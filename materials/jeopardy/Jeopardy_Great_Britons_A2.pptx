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7"/>
  </p:normalViewPr>
  <p:slideViewPr>
    <p:cSldViewPr snapToGrid="0" snapToObjects="1">
      <p:cViewPr varScale="1">
        <p:scale>
          <a:sx n="102" d="100"/>
          <a:sy n="102" d="100"/>
        </p:scale>
        <p:origin x="8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1.xml"/><Relationship Id="rId7" Type="http://schemas.openxmlformats.org/officeDocument/2006/relationships/slide" Target="slide13.xml"/><Relationship Id="rId8" Type="http://schemas.openxmlformats.org/officeDocument/2006/relationships/slide" Target="slide15.xml"/><Relationship Id="rId9" Type="http://schemas.openxmlformats.org/officeDocument/2006/relationships/slide" Target="slide17.xml"/><Relationship Id="rId10" Type="http://schemas.openxmlformats.org/officeDocument/2006/relationships/slide" Target="slide19.xml"/><Relationship Id="rId11" Type="http://schemas.openxmlformats.org/officeDocument/2006/relationships/slide" Target="slide21.xml"/><Relationship Id="rId12" Type="http://schemas.openxmlformats.org/officeDocument/2006/relationships/slide" Target="slide23.xml"/><Relationship Id="rId13" Type="http://schemas.openxmlformats.org/officeDocument/2006/relationships/slide" Target="slide25.xml"/><Relationship Id="rId14" Type="http://schemas.openxmlformats.org/officeDocument/2006/relationships/slide" Target="slide27.xml"/><Relationship Id="rId15" Type="http://schemas.openxmlformats.org/officeDocument/2006/relationships/slide" Target="slide29.xml"/><Relationship Id="rId16" Type="http://schemas.openxmlformats.org/officeDocument/2006/relationships/slide" Target="slide31.xml"/><Relationship Id="rId17" Type="http://schemas.openxmlformats.org/officeDocument/2006/relationships/slide" Target="slide33.xml"/><Relationship Id="rId18" Type="http://schemas.openxmlformats.org/officeDocument/2006/relationships/slide" Target="slide35.xml"/><Relationship Id="rId19" Type="http://schemas.openxmlformats.org/officeDocument/2006/relationships/slide" Target="slide37.xml"/><Relationship Id="rId20" Type="http://schemas.openxmlformats.org/officeDocument/2006/relationships/slide" Target="slide39.xml"/><Relationship Id="rId21" Type="http://schemas.openxmlformats.org/officeDocument/2006/relationships/slide" Target="slide41.xml"/><Relationship Id="rId22" Type="http://schemas.openxmlformats.org/officeDocument/2006/relationships/slide" Target="slide43.xml"/><Relationship Id="rId23" Type="http://schemas.openxmlformats.org/officeDocument/2006/relationships/slide" Target="slide45.xml"/><Relationship Id="rId24" Type="http://schemas.openxmlformats.org/officeDocument/2006/relationships/slide" Target="slide47.xml"/><Relationship Id="rId25" Type="http://schemas.openxmlformats.org/officeDocument/2006/relationships/slide" Target="slide49.xml"/><Relationship Id="rId26" Type="http://schemas.openxmlformats.org/officeDocument/2006/relationships/slide" Target="slide51.xml"/><Relationship Id="rId27" Type="http://schemas.openxmlformats.org/officeDocument/2006/relationships/slide" Target="slide53.xml"/><Relationship Id="rId28" Type="http://schemas.openxmlformats.org/officeDocument/2006/relationships/slide" Target="slide55.xml"/><Relationship Id="rId29" Type="http://schemas.openxmlformats.org/officeDocument/2006/relationships/slide" Target="slide57.xml"/><Relationship Id="rId30" Type="http://schemas.openxmlformats.org/officeDocument/2006/relationships/slide" Target="slide59.xml"/><Relationship Id="rId31" Type="http://schemas.openxmlformats.org/officeDocument/2006/relationships/slide" Target="slide61.xml"/><Relationship Id="rId32" Type="http://schemas.openxmlformats.org/officeDocument/2006/relationships/slide" Target="slide63.xml"/><Relationship Id="rId33" Type="http://schemas.openxmlformats.org/officeDocument/2006/relationships/slide" Target="slide65.xml"/><Relationship Id="rId34" Type="http://schemas.openxmlformats.org/officeDocument/2006/relationships/slide" Target="slide67.xml"/><Relationship Id="rId35" Type="http://schemas.openxmlformats.org/officeDocument/2006/relationships/slide" Target="slide69.xml"/><Relationship Id="rId36" Type="http://schemas.openxmlformats.org/officeDocument/2006/relationships/slide" Target="slide71.xml"/><Relationship Id="rId37" Type="http://schemas.openxmlformats.org/officeDocument/2006/relationships/slide" Target="slide73.xml"/><Relationship Id="rId38" Type="http://schemas.openxmlformats.org/officeDocument/2006/relationships/slide" Target="slide75.xml"/><Relationship Id="rId39" Type="http://schemas.openxmlformats.org/officeDocument/2006/relationships/slide" Target="slide77.xml"/><Relationship Id="rId40" Type="http://schemas.openxmlformats.org/officeDocument/2006/relationships/slide" Target="slide79.xml"/><Relationship Id="rId41" Type="http://schemas.openxmlformats.org/officeDocument/2006/relationships/slide" Target="slide81.xml"/><Relationship Id="rId4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.xml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8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Relationship Id="rId3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Relationship Id="rId3" Type="http://schemas.openxmlformats.org/officeDocument/2006/relationships/slide" Target="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6.xml"/><Relationship Id="rId3" Type="http://schemas.openxmlformats.org/officeDocument/2006/relationships/slide" Target="slide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3" Type="http://schemas.openxmlformats.org/officeDocument/2006/relationships/slide" Target="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0.xml"/><Relationship Id="rId3" Type="http://schemas.openxmlformats.org/officeDocument/2006/relationships/slide" Target="slide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2.xml"/><Relationship Id="rId3" Type="http://schemas.openxmlformats.org/officeDocument/2006/relationships/slide" Target="slide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Relationship Id="rId3" Type="http://schemas.openxmlformats.org/officeDocument/2006/relationships/slide" Target="slide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Relationship Id="rId3" Type="http://schemas.openxmlformats.org/officeDocument/2006/relationships/slide" Target="slide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0.xml"/><Relationship Id="rId3" Type="http://schemas.openxmlformats.org/officeDocument/2006/relationships/slide" Target="slide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2.xml"/><Relationship Id="rId3" Type="http://schemas.openxmlformats.org/officeDocument/2006/relationships/slide" Target="slide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6.xml"/><Relationship Id="rId3" Type="http://schemas.openxmlformats.org/officeDocument/2006/relationships/slide" Target="slide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8.xml"/><Relationship Id="rId3" Type="http://schemas.openxmlformats.org/officeDocument/2006/relationships/slide" Target="slide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0.xml"/><Relationship Id="rId3" Type="http://schemas.openxmlformats.org/officeDocument/2006/relationships/slide" Target="slide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2.xml"/><Relationship Id="rId3" Type="http://schemas.openxmlformats.org/officeDocument/2006/relationships/slide" Target="slide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4.xml"/><Relationship Id="rId3" Type="http://schemas.openxmlformats.org/officeDocument/2006/relationships/slide" Target="slide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6.xml"/><Relationship Id="rId3" Type="http://schemas.openxmlformats.org/officeDocument/2006/relationships/slide" Target="slide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8.xml"/><Relationship Id="rId3" Type="http://schemas.openxmlformats.org/officeDocument/2006/relationships/slide" Target="slide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0.xml"/><Relationship Id="rId3" Type="http://schemas.openxmlformats.org/officeDocument/2006/relationships/slide" Target="slide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2.xml"/><Relationship Id="rId3" Type="http://schemas.openxmlformats.org/officeDocument/2006/relationships/slide" Target="slide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4.xml"/><Relationship Id="rId3" Type="http://schemas.openxmlformats.org/officeDocument/2006/relationships/slide" Target="slide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6.xml"/><Relationship Id="rId3" Type="http://schemas.openxmlformats.org/officeDocument/2006/relationships/slide" Target="slide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8.xml"/><Relationship Id="rId3" Type="http://schemas.openxmlformats.org/officeDocument/2006/relationships/slide" Target="slide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0.xml"/><Relationship Id="rId3" Type="http://schemas.openxmlformats.org/officeDocument/2006/relationships/slide" Target="slide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2.xml"/><Relationship Id="rId3" Type="http://schemas.openxmlformats.org/officeDocument/2006/relationships/slide" Target="slide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4.xml"/><Relationship Id="rId3" Type="http://schemas.openxmlformats.org/officeDocument/2006/relationships/slide" Target="slide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6.xml"/><Relationship Id="rId3" Type="http://schemas.openxmlformats.org/officeDocument/2006/relationships/slide" Target="slide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8.xml"/><Relationship Id="rId3" Type="http://schemas.openxmlformats.org/officeDocument/2006/relationships/slide" Target="slide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0.xml"/><Relationship Id="rId3" Type="http://schemas.openxmlformats.org/officeDocument/2006/relationships/slide" Target="slide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2.xml"/><Relationship Id="rId3" Type="http://schemas.openxmlformats.org/officeDocument/2006/relationships/slide" Target="slide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B446"/>
                </a:solidFill>
              </a:defRPr>
            </a:pPr>
            <a:r>
              <a:rPr dirty="0"/>
              <a:t>JEOPARDY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 descr="board_bg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hlinkClick r:id="rId2" action="ppaction://hlinksldjump"/>
          </p:cNvPr>
          <p:cNvSpPr/>
          <p:nvPr/>
        </p:nvSpPr>
        <p:spPr>
          <a:xfrm>
            <a:off x="2994401" y="2672208"/>
            <a:ext cx="1112014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10" name="Rectangle 9">
            <a:hlinkClick r:id="rId10" action="ppaction://hlinksldjump"/>
          </p:cNvPr>
          <p:cNvSpPr/>
          <p:nvPr/>
        </p:nvSpPr>
        <p:spPr>
          <a:xfrm>
            <a:off x="4307382" y="2672208"/>
            <a:ext cx="1105315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11" name="Rectangle 10">
            <a:hlinkClick r:id="rId18" action="ppaction://hlinksldjump"/>
          </p:cNvPr>
          <p:cNvSpPr/>
          <p:nvPr/>
        </p:nvSpPr>
        <p:spPr>
          <a:xfrm>
            <a:off x="5600267" y="2672208"/>
            <a:ext cx="1078520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12" name="Rectangle 11">
            <a:hlinkClick r:id="rId26" action="ppaction://hlinksldjump"/>
          </p:cNvPr>
          <p:cNvSpPr/>
          <p:nvPr/>
        </p:nvSpPr>
        <p:spPr>
          <a:xfrm>
            <a:off x="6873055" y="2672208"/>
            <a:ext cx="1038327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13" name="Rectangle 12">
            <a:hlinkClick r:id="rId34" action="ppaction://hlinksldjump"/>
          </p:cNvPr>
          <p:cNvSpPr/>
          <p:nvPr/>
        </p:nvSpPr>
        <p:spPr>
          <a:xfrm>
            <a:off x="8152542" y="2672208"/>
            <a:ext cx="1065122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14" name="Rectangle 13">
            <a:hlinkClick r:id="rId3" action="ppaction://hlinksldjump"/>
          </p:cNvPr>
          <p:cNvSpPr/>
          <p:nvPr/>
        </p:nvSpPr>
        <p:spPr>
          <a:xfrm>
            <a:off x="2994401" y="3043438"/>
            <a:ext cx="1112014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15" name="Rectangle 14">
            <a:hlinkClick r:id="rId11" action="ppaction://hlinksldjump"/>
          </p:cNvPr>
          <p:cNvSpPr/>
          <p:nvPr/>
        </p:nvSpPr>
        <p:spPr>
          <a:xfrm>
            <a:off x="4307382" y="3043438"/>
            <a:ext cx="1105315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16" name="Rectangle 15">
            <a:hlinkClick r:id="rId19" action="ppaction://hlinksldjump"/>
          </p:cNvPr>
          <p:cNvSpPr/>
          <p:nvPr/>
        </p:nvSpPr>
        <p:spPr>
          <a:xfrm>
            <a:off x="5600267" y="3043438"/>
            <a:ext cx="1078520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17" name="Rectangle 16">
            <a:hlinkClick r:id="rId27" action="ppaction://hlinksldjump"/>
          </p:cNvPr>
          <p:cNvSpPr/>
          <p:nvPr/>
        </p:nvSpPr>
        <p:spPr>
          <a:xfrm>
            <a:off x="6873055" y="3043438"/>
            <a:ext cx="1038327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18" name="Rectangle 17">
            <a:hlinkClick r:id="rId35" action="ppaction://hlinksldjump"/>
          </p:cNvPr>
          <p:cNvSpPr/>
          <p:nvPr/>
        </p:nvSpPr>
        <p:spPr>
          <a:xfrm>
            <a:off x="8152542" y="3043438"/>
            <a:ext cx="1065122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19" name="Rectangle 18">
            <a:hlinkClick r:id="rId4" action="ppaction://hlinksldjump"/>
          </p:cNvPr>
          <p:cNvSpPr/>
          <p:nvPr/>
        </p:nvSpPr>
        <p:spPr>
          <a:xfrm>
            <a:off x="2994401" y="3414667"/>
            <a:ext cx="1112014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20" name="Rectangle 19">
            <a:hlinkClick r:id="rId12" action="ppaction://hlinksldjump"/>
          </p:cNvPr>
          <p:cNvSpPr/>
          <p:nvPr/>
        </p:nvSpPr>
        <p:spPr>
          <a:xfrm>
            <a:off x="4307382" y="3414667"/>
            <a:ext cx="1105315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21" name="Rectangle 20">
            <a:hlinkClick r:id="rId20" action="ppaction://hlinksldjump"/>
          </p:cNvPr>
          <p:cNvSpPr/>
          <p:nvPr/>
        </p:nvSpPr>
        <p:spPr>
          <a:xfrm>
            <a:off x="5600267" y="3414667"/>
            <a:ext cx="1078520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22" name="Rectangle 21">
            <a:hlinkClick r:id="rId28" action="ppaction://hlinksldjump"/>
          </p:cNvPr>
          <p:cNvSpPr/>
          <p:nvPr/>
        </p:nvSpPr>
        <p:spPr>
          <a:xfrm>
            <a:off x="6873055" y="3414667"/>
            <a:ext cx="1038327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23" name="Rectangle 22">
            <a:hlinkClick r:id="rId36" action="ppaction://hlinksldjump"/>
          </p:cNvPr>
          <p:cNvSpPr/>
          <p:nvPr/>
        </p:nvSpPr>
        <p:spPr>
          <a:xfrm>
            <a:off x="8152542" y="3414667"/>
            <a:ext cx="1065122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24" name="Rectangle 23">
            <a:hlinkClick r:id="rId5" action="ppaction://hlinksldjump"/>
          </p:cNvPr>
          <p:cNvSpPr/>
          <p:nvPr/>
        </p:nvSpPr>
        <p:spPr>
          <a:xfrm>
            <a:off x="2994401" y="3785897"/>
            <a:ext cx="1112014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25" name="Rectangle 24">
            <a:hlinkClick r:id="rId13" action="ppaction://hlinksldjump"/>
          </p:cNvPr>
          <p:cNvSpPr/>
          <p:nvPr/>
        </p:nvSpPr>
        <p:spPr>
          <a:xfrm>
            <a:off x="4307382" y="3785897"/>
            <a:ext cx="1105315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26" name="Rectangle 25">
            <a:hlinkClick r:id="rId21" action="ppaction://hlinksldjump"/>
          </p:cNvPr>
          <p:cNvSpPr/>
          <p:nvPr/>
        </p:nvSpPr>
        <p:spPr>
          <a:xfrm>
            <a:off x="5600267" y="3785897"/>
            <a:ext cx="1078520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27" name="Rectangle 26">
            <a:hlinkClick r:id="rId29" action="ppaction://hlinksldjump"/>
          </p:cNvPr>
          <p:cNvSpPr/>
          <p:nvPr/>
        </p:nvSpPr>
        <p:spPr>
          <a:xfrm>
            <a:off x="6873055" y="3785897"/>
            <a:ext cx="1038327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28" name="Rectangle 27">
            <a:hlinkClick r:id="rId37" action="ppaction://hlinksldjump"/>
          </p:cNvPr>
          <p:cNvSpPr/>
          <p:nvPr/>
        </p:nvSpPr>
        <p:spPr>
          <a:xfrm>
            <a:off x="8152542" y="3785897"/>
            <a:ext cx="1065122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29" name="Rectangle 28">
            <a:hlinkClick r:id="rId6" action="ppaction://hlinksldjump"/>
          </p:cNvPr>
          <p:cNvSpPr/>
          <p:nvPr/>
        </p:nvSpPr>
        <p:spPr>
          <a:xfrm>
            <a:off x="2994401" y="4157126"/>
            <a:ext cx="1112014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30" name="Rectangle 29">
            <a:hlinkClick r:id="rId14" action="ppaction://hlinksldjump"/>
          </p:cNvPr>
          <p:cNvSpPr/>
          <p:nvPr/>
        </p:nvSpPr>
        <p:spPr>
          <a:xfrm>
            <a:off x="4307382" y="4157126"/>
            <a:ext cx="1105315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31" name="Rectangle 30">
            <a:hlinkClick r:id="rId22" action="ppaction://hlinksldjump"/>
          </p:cNvPr>
          <p:cNvSpPr/>
          <p:nvPr/>
        </p:nvSpPr>
        <p:spPr>
          <a:xfrm>
            <a:off x="5600267" y="4157126"/>
            <a:ext cx="1078520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32" name="Rectangle 31">
            <a:hlinkClick r:id="rId30" action="ppaction://hlinksldjump"/>
          </p:cNvPr>
          <p:cNvSpPr/>
          <p:nvPr/>
        </p:nvSpPr>
        <p:spPr>
          <a:xfrm>
            <a:off x="6873055" y="4157126"/>
            <a:ext cx="1038327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33" name="Rectangle 32">
            <a:hlinkClick r:id="rId38" action="ppaction://hlinksldjump"/>
          </p:cNvPr>
          <p:cNvSpPr/>
          <p:nvPr/>
        </p:nvSpPr>
        <p:spPr>
          <a:xfrm>
            <a:off x="8152542" y="4157126"/>
            <a:ext cx="1065122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34" name="Rectangle 33">
            <a:hlinkClick r:id="rId7" action="ppaction://hlinksldjump"/>
          </p:cNvPr>
          <p:cNvSpPr/>
          <p:nvPr/>
        </p:nvSpPr>
        <p:spPr>
          <a:xfrm>
            <a:off x="2994401" y="4528356"/>
            <a:ext cx="1112014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35" name="Rectangle 34">
            <a:hlinkClick r:id="rId15" action="ppaction://hlinksldjump"/>
          </p:cNvPr>
          <p:cNvSpPr/>
          <p:nvPr/>
        </p:nvSpPr>
        <p:spPr>
          <a:xfrm>
            <a:off x="4307382" y="4528356"/>
            <a:ext cx="1105315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36" name="Rectangle 35">
            <a:hlinkClick r:id="rId23" action="ppaction://hlinksldjump"/>
          </p:cNvPr>
          <p:cNvSpPr/>
          <p:nvPr/>
        </p:nvSpPr>
        <p:spPr>
          <a:xfrm>
            <a:off x="5600267" y="4528356"/>
            <a:ext cx="1078520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37" name="Rectangle 36">
            <a:hlinkClick r:id="rId31" action="ppaction://hlinksldjump"/>
          </p:cNvPr>
          <p:cNvSpPr/>
          <p:nvPr/>
        </p:nvSpPr>
        <p:spPr>
          <a:xfrm>
            <a:off x="6873055" y="4528356"/>
            <a:ext cx="1038327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38" name="Rectangle 37">
            <a:hlinkClick r:id="rId39" action="ppaction://hlinksldjump"/>
          </p:cNvPr>
          <p:cNvSpPr/>
          <p:nvPr/>
        </p:nvSpPr>
        <p:spPr>
          <a:xfrm>
            <a:off x="8152542" y="4528356"/>
            <a:ext cx="1065122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39" name="Rectangle 38">
            <a:hlinkClick r:id="rId8" action="ppaction://hlinksldjump"/>
          </p:cNvPr>
          <p:cNvSpPr/>
          <p:nvPr/>
        </p:nvSpPr>
        <p:spPr>
          <a:xfrm>
            <a:off x="2994401" y="4899585"/>
            <a:ext cx="1112014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40" name="Rectangle 39">
            <a:hlinkClick r:id="rId16" action="ppaction://hlinksldjump"/>
          </p:cNvPr>
          <p:cNvSpPr/>
          <p:nvPr/>
        </p:nvSpPr>
        <p:spPr>
          <a:xfrm>
            <a:off x="4307382" y="4899585"/>
            <a:ext cx="1105315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41" name="Rectangle 40">
            <a:hlinkClick r:id="rId24" action="ppaction://hlinksldjump"/>
          </p:cNvPr>
          <p:cNvSpPr/>
          <p:nvPr/>
        </p:nvSpPr>
        <p:spPr>
          <a:xfrm>
            <a:off x="5600267" y="4899585"/>
            <a:ext cx="1078520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42" name="Rectangle 41">
            <a:hlinkClick r:id="rId32" action="ppaction://hlinksldjump"/>
          </p:cNvPr>
          <p:cNvSpPr/>
          <p:nvPr/>
        </p:nvSpPr>
        <p:spPr>
          <a:xfrm>
            <a:off x="6873055" y="4899585"/>
            <a:ext cx="1038327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43" name="Rectangle 42">
            <a:hlinkClick r:id="rId40" action="ppaction://hlinksldjump"/>
          </p:cNvPr>
          <p:cNvSpPr/>
          <p:nvPr/>
        </p:nvSpPr>
        <p:spPr>
          <a:xfrm>
            <a:off x="8152542" y="4899585"/>
            <a:ext cx="1065122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44" name="Rectangle 43">
            <a:hlinkClick r:id="rId9" action="ppaction://hlinksldjump"/>
          </p:cNvPr>
          <p:cNvSpPr/>
          <p:nvPr/>
        </p:nvSpPr>
        <p:spPr>
          <a:xfrm>
            <a:off x="2994401" y="5270815"/>
            <a:ext cx="1112014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45" name="Rectangle 44">
            <a:hlinkClick r:id="rId17" action="ppaction://hlinksldjump"/>
          </p:cNvPr>
          <p:cNvSpPr/>
          <p:nvPr/>
        </p:nvSpPr>
        <p:spPr>
          <a:xfrm>
            <a:off x="4307382" y="5270815"/>
            <a:ext cx="1105315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46" name="Rectangle 45">
            <a:hlinkClick r:id="rId25" action="ppaction://hlinksldjump"/>
          </p:cNvPr>
          <p:cNvSpPr/>
          <p:nvPr/>
        </p:nvSpPr>
        <p:spPr>
          <a:xfrm>
            <a:off x="5600267" y="5270815"/>
            <a:ext cx="1078520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47" name="Rectangle 46">
            <a:hlinkClick r:id="rId33" action="ppaction://hlinksldjump"/>
          </p:cNvPr>
          <p:cNvSpPr/>
          <p:nvPr/>
        </p:nvSpPr>
        <p:spPr>
          <a:xfrm>
            <a:off x="6873055" y="5270815"/>
            <a:ext cx="1038327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  <p:sp>
        <p:nvSpPr>
          <p:cNvPr id="48" name="Rectangle 47">
            <a:hlinkClick r:id="rId41" action="ppaction://hlinksldjump"/>
          </p:cNvPr>
          <p:cNvSpPr/>
          <p:nvPr/>
        </p:nvSpPr>
        <p:spPr>
          <a:xfrm>
            <a:off x="8152542" y="5270815"/>
            <a:ext cx="1065122" cy="321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born in Liverpool in 1940?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born in England on 29 September 1758?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raised by a strict aunt called Mimi?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left with a grandmother as a small child?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Isaac Newton.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a quiet and shy child and liked dancing and music?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Diana Spencer.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John Lennon get from his mother when he was 15?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His first guitar.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Newton's grandmother want him to become?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A farmer.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Where did Newton live when he was 12 and discovered a library?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At the house of a pharmacist, Mr. Clark.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was Nelson's job?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was a naval officer / sailor.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band did John Lennon help create?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The Beatles.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Diana do before becoming a princess?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She worked with children.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When did Nelson join the Royal Navy?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When he was 12.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John Lennon do after The Beatles broke up?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started a solo career.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Queen Elizabeth love very much?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The theatre.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 do at Cambridge to pay for his studies?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worked as a servant.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Diana use her fame for?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To help people and talk about important problems.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discovered gravity?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Isaac Newton.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wrote and recorded the song Imagine?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became a national hero in Britain?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Nelson do at the Battle of the Nile?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defeated a large French fleet.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 prove about white light?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White light is a combination of all colours.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 create to explain how objects move?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Three laws of motion.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important work did Diana do for people with serious problems?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She did charity work and helped people in need.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famous monument in London remembers Nelson?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Nelson's Column in Trafalgar Square.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lost an arm in a battle?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wore a big orange wig?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Queen Elizabeth I.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happened to Newton's pigs?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They escaped and destroyed the crops.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unusual thing did Newton see in a garden?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An apple falling from a tree.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said that The Beatles were more popular than Jesus?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was special about Sean Lennon's birthday?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was born on John's birthday.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Why did Queen Elizabeth wear thick white make-up?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To hide marks from smallpox.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 keep on the roof of his house?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A telescope.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Which person was a queen?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Elizabeth I.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killed in a car accident?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Diana Spencer.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died on a ship?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became famous for helping people through charity work?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Diana Spencer.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fought against war?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Put these in order from oldest to youngest: Diana, Newton, Lennon, Nelson, Elizabeth.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Elizabeth I → Newton → Nelson → Lennon → Diana.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Which person had a son with the same birthday?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Which person continued working after losing an eye and an arm?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6B446"/>
                </a:solidFill>
              </a:defRPr>
            </a:pPr>
            <a:r>
              <a:t>FINAL JEOPARDY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Which person showed the most courage?</a:t>
            </a:r>
            <a:br/>
            <a:r>
              <a:t>Give one reason from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No single correct answer!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TEACHER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32323"/>
                </a:solidFill>
              </a:defRPr>
            </a:pPr>
            <a:r>
              <a:t>• Students choose a category and points.</a:t>
            </a:r>
            <a:br/>
            <a:r>
              <a:t>• 100–500: answer without the texts.</a:t>
            </a:r>
            <a:br/>
            <a:r>
              <a:t>• 600–800: allow students to check the texts.</a:t>
            </a:r>
            <a:br/>
            <a:r>
              <a:t>• Give 30 seconds for harder questions.</a:t>
            </a:r>
            <a:br/>
            <a:r>
              <a:t>• Final Jeopardy: students must explain their choice.</a:t>
            </a:r>
            <a:br/>
            <a:r>
              <a:t>• Award 100–800 points for correct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1545</Words>
  <Application>Microsoft Macintosh PowerPoint</Application>
  <PresentationFormat>Широкоэкранный</PresentationFormat>
  <Paragraphs>333</Paragraphs>
  <Slides>84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Miss V</cp:lastModifiedBy>
  <cp:revision>2</cp:revision>
  <dcterms:created xsi:type="dcterms:W3CDTF">2013-01-27T09:14:16Z</dcterms:created>
  <dcterms:modified xsi:type="dcterms:W3CDTF">2026-09-09T12:01:16Z</dcterms:modified>
  <cp:category/>
</cp:coreProperties>
</file>