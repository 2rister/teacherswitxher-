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25.xml"/><Relationship Id="rId18" Type="http://schemas.openxmlformats.org/officeDocument/2006/relationships/slide" Target="slide35.xml"/><Relationship Id="rId26" Type="http://schemas.openxmlformats.org/officeDocument/2006/relationships/slide" Target="slide51.xml"/><Relationship Id="rId39" Type="http://schemas.openxmlformats.org/officeDocument/2006/relationships/slide" Target="slide77.xml"/><Relationship Id="rId21" Type="http://schemas.openxmlformats.org/officeDocument/2006/relationships/slide" Target="slide41.xml"/><Relationship Id="rId34" Type="http://schemas.openxmlformats.org/officeDocument/2006/relationships/slide" Target="slide67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31.xml"/><Relationship Id="rId20" Type="http://schemas.openxmlformats.org/officeDocument/2006/relationships/slide" Target="slide39.xml"/><Relationship Id="rId29" Type="http://schemas.openxmlformats.org/officeDocument/2006/relationships/slide" Target="slide57.xml"/><Relationship Id="rId41" Type="http://schemas.openxmlformats.org/officeDocument/2006/relationships/slide" Target="slide8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21.xml"/><Relationship Id="rId24" Type="http://schemas.openxmlformats.org/officeDocument/2006/relationships/slide" Target="slide47.xml"/><Relationship Id="rId32" Type="http://schemas.openxmlformats.org/officeDocument/2006/relationships/slide" Target="slide63.xml"/><Relationship Id="rId37" Type="http://schemas.openxmlformats.org/officeDocument/2006/relationships/slide" Target="slide73.xml"/><Relationship Id="rId40" Type="http://schemas.openxmlformats.org/officeDocument/2006/relationships/slide" Target="slide79.xml"/><Relationship Id="rId5" Type="http://schemas.openxmlformats.org/officeDocument/2006/relationships/slide" Target="slide9.xml"/><Relationship Id="rId15" Type="http://schemas.openxmlformats.org/officeDocument/2006/relationships/slide" Target="slide29.xml"/><Relationship Id="rId23" Type="http://schemas.openxmlformats.org/officeDocument/2006/relationships/slide" Target="slide45.xml"/><Relationship Id="rId28" Type="http://schemas.openxmlformats.org/officeDocument/2006/relationships/slide" Target="slide55.xml"/><Relationship Id="rId36" Type="http://schemas.openxmlformats.org/officeDocument/2006/relationships/slide" Target="slide71.xml"/><Relationship Id="rId10" Type="http://schemas.openxmlformats.org/officeDocument/2006/relationships/slide" Target="slide19.xml"/><Relationship Id="rId19" Type="http://schemas.openxmlformats.org/officeDocument/2006/relationships/slide" Target="slide37.xml"/><Relationship Id="rId31" Type="http://schemas.openxmlformats.org/officeDocument/2006/relationships/slide" Target="slide61.xml"/><Relationship Id="rId4" Type="http://schemas.openxmlformats.org/officeDocument/2006/relationships/slide" Target="slide7.xml"/><Relationship Id="rId9" Type="http://schemas.openxmlformats.org/officeDocument/2006/relationships/slide" Target="slide17.xml"/><Relationship Id="rId14" Type="http://schemas.openxmlformats.org/officeDocument/2006/relationships/slide" Target="slide27.xml"/><Relationship Id="rId22" Type="http://schemas.openxmlformats.org/officeDocument/2006/relationships/slide" Target="slide43.xml"/><Relationship Id="rId27" Type="http://schemas.openxmlformats.org/officeDocument/2006/relationships/slide" Target="slide53.xml"/><Relationship Id="rId30" Type="http://schemas.openxmlformats.org/officeDocument/2006/relationships/slide" Target="slide59.xml"/><Relationship Id="rId35" Type="http://schemas.openxmlformats.org/officeDocument/2006/relationships/slide" Target="slide69.xml"/><Relationship Id="rId8" Type="http://schemas.openxmlformats.org/officeDocument/2006/relationships/slide" Target="slide15.xml"/><Relationship Id="rId3" Type="http://schemas.openxmlformats.org/officeDocument/2006/relationships/slide" Target="slide5.xml"/><Relationship Id="rId12" Type="http://schemas.openxmlformats.org/officeDocument/2006/relationships/slide" Target="slide23.xml"/><Relationship Id="rId17" Type="http://schemas.openxmlformats.org/officeDocument/2006/relationships/slide" Target="slide33.xml"/><Relationship Id="rId25" Type="http://schemas.openxmlformats.org/officeDocument/2006/relationships/slide" Target="slide49.xml"/><Relationship Id="rId33" Type="http://schemas.openxmlformats.org/officeDocument/2006/relationships/slide" Target="slide65.xml"/><Relationship Id="rId38" Type="http://schemas.openxmlformats.org/officeDocument/2006/relationships/slide" Target="slide7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B446"/>
                </a:solidFill>
              </a:defRPr>
            </a:pPr>
            <a:r>
              <a:rPr dirty="0"/>
              <a:t>JEOPARDY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JEOPARDY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Childhood &amp;</a:t>
            </a:r>
            <a:br/>
            <a:r>
              <a:t>Early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Career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Curious Facts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Wild Card</a:t>
            </a:r>
          </a:p>
        </p:txBody>
      </p:sp>
      <p:sp>
        <p:nvSpPr>
          <p:cNvPr id="9" name="Rectangle 8">
            <a:hlinkClick r:id="rId2" action="ppaction://hlinksldjump"/>
          </p:cNvPr>
          <p:cNvSpPr/>
          <p:nvPr/>
        </p:nvSpPr>
        <p:spPr>
          <a:xfrm>
            <a:off x="41148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" action="ppaction://hlinksldjump"/>
              </a:rPr>
              <a:t>100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265176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" action="ppaction://hlinksldjump"/>
              </a:rPr>
              <a:t>100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489204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" action="ppaction://hlinksldjump"/>
              </a:rPr>
              <a:t>100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713232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5" action="ppaction://hlinksldjump"/>
              </a:rPr>
              <a:t>100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937260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6" action="ppaction://hlinksldjump"/>
              </a:rPr>
              <a:t>100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41148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7" action="ppaction://hlinksldjump"/>
              </a:rPr>
              <a:t>200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265176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8" action="ppaction://hlinksldjump"/>
              </a:rPr>
              <a:t>200</a:t>
            </a:r>
          </a:p>
        </p:txBody>
      </p:sp>
      <p:sp>
        <p:nvSpPr>
          <p:cNvPr id="16" name="Rectangle 15">
            <a:hlinkClick r:id="rId9" action="ppaction://hlinksldjump"/>
          </p:cNvPr>
          <p:cNvSpPr/>
          <p:nvPr/>
        </p:nvSpPr>
        <p:spPr>
          <a:xfrm>
            <a:off x="489204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9" action="ppaction://hlinksldjump"/>
              </a:rPr>
              <a:t>200</a:t>
            </a:r>
          </a:p>
        </p:txBody>
      </p:sp>
      <p:sp>
        <p:nvSpPr>
          <p:cNvPr id="17" name="Rectangle 16">
            <a:hlinkClick r:id="rId10" action="ppaction://hlinksldjump"/>
          </p:cNvPr>
          <p:cNvSpPr/>
          <p:nvPr/>
        </p:nvSpPr>
        <p:spPr>
          <a:xfrm>
            <a:off x="713232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0" action="ppaction://hlinksldjump"/>
              </a:rPr>
              <a:t>200</a:t>
            </a:r>
          </a:p>
        </p:txBody>
      </p:sp>
      <p:sp>
        <p:nvSpPr>
          <p:cNvPr id="18" name="Rectangle 17">
            <a:hlinkClick r:id="rId11" action="ppaction://hlinksldjump"/>
          </p:cNvPr>
          <p:cNvSpPr/>
          <p:nvPr/>
        </p:nvSpPr>
        <p:spPr>
          <a:xfrm>
            <a:off x="937260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1" action="ppaction://hlinksldjump"/>
              </a:rPr>
              <a:t>200</a:t>
            </a:r>
          </a:p>
        </p:txBody>
      </p:sp>
      <p:sp>
        <p:nvSpPr>
          <p:cNvPr id="19" name="Rectangle 18">
            <a:hlinkClick r:id="rId12" action="ppaction://hlinksldjump"/>
          </p:cNvPr>
          <p:cNvSpPr/>
          <p:nvPr/>
        </p:nvSpPr>
        <p:spPr>
          <a:xfrm>
            <a:off x="41148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2" action="ppaction://hlinksldjump"/>
              </a:rPr>
              <a:t>300</a:t>
            </a:r>
          </a:p>
        </p:txBody>
      </p:sp>
      <p:sp>
        <p:nvSpPr>
          <p:cNvPr id="20" name="Rectangle 19">
            <a:hlinkClick r:id="rId13" action="ppaction://hlinksldjump"/>
          </p:cNvPr>
          <p:cNvSpPr/>
          <p:nvPr/>
        </p:nvSpPr>
        <p:spPr>
          <a:xfrm>
            <a:off x="265176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3" action="ppaction://hlinksldjump"/>
              </a:rPr>
              <a:t>300</a:t>
            </a:r>
          </a:p>
        </p:txBody>
      </p:sp>
      <p:sp>
        <p:nvSpPr>
          <p:cNvPr id="21" name="Rectangle 20">
            <a:hlinkClick r:id="rId14" action="ppaction://hlinksldjump"/>
          </p:cNvPr>
          <p:cNvSpPr/>
          <p:nvPr/>
        </p:nvSpPr>
        <p:spPr>
          <a:xfrm>
            <a:off x="489204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4" action="ppaction://hlinksldjump"/>
              </a:rPr>
              <a:t>300</a:t>
            </a:r>
          </a:p>
        </p:txBody>
      </p:sp>
      <p:sp>
        <p:nvSpPr>
          <p:cNvPr id="22" name="Rectangle 21">
            <a:hlinkClick r:id="rId15" action="ppaction://hlinksldjump"/>
          </p:cNvPr>
          <p:cNvSpPr/>
          <p:nvPr/>
        </p:nvSpPr>
        <p:spPr>
          <a:xfrm>
            <a:off x="713232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5" action="ppaction://hlinksldjump"/>
              </a:rPr>
              <a:t>300</a:t>
            </a:r>
          </a:p>
        </p:txBody>
      </p:sp>
      <p:sp>
        <p:nvSpPr>
          <p:cNvPr id="23" name="Rectangle 22">
            <a:hlinkClick r:id="rId16" action="ppaction://hlinksldjump"/>
          </p:cNvPr>
          <p:cNvSpPr/>
          <p:nvPr/>
        </p:nvSpPr>
        <p:spPr>
          <a:xfrm>
            <a:off x="937260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6" action="ppaction://hlinksldjump"/>
              </a:rPr>
              <a:t>300</a:t>
            </a:r>
          </a:p>
        </p:txBody>
      </p:sp>
      <p:sp>
        <p:nvSpPr>
          <p:cNvPr id="24" name="Rectangle 23">
            <a:hlinkClick r:id="rId17" action="ppaction://hlinksldjump"/>
          </p:cNvPr>
          <p:cNvSpPr/>
          <p:nvPr/>
        </p:nvSpPr>
        <p:spPr>
          <a:xfrm>
            <a:off x="41148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7" action="ppaction://hlinksldjump"/>
              </a:rPr>
              <a:t>400</a:t>
            </a:r>
          </a:p>
        </p:txBody>
      </p:sp>
      <p:sp>
        <p:nvSpPr>
          <p:cNvPr id="25" name="Rectangle 24">
            <a:hlinkClick r:id="rId18" action="ppaction://hlinksldjump"/>
          </p:cNvPr>
          <p:cNvSpPr/>
          <p:nvPr/>
        </p:nvSpPr>
        <p:spPr>
          <a:xfrm>
            <a:off x="265176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8" action="ppaction://hlinksldjump"/>
              </a:rPr>
              <a:t>400</a:t>
            </a:r>
          </a:p>
        </p:txBody>
      </p:sp>
      <p:sp>
        <p:nvSpPr>
          <p:cNvPr id="26" name="Rectangle 25">
            <a:hlinkClick r:id="rId19" action="ppaction://hlinksldjump"/>
          </p:cNvPr>
          <p:cNvSpPr/>
          <p:nvPr/>
        </p:nvSpPr>
        <p:spPr>
          <a:xfrm>
            <a:off x="489204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9" action="ppaction://hlinksldjump"/>
              </a:rPr>
              <a:t>400</a:t>
            </a:r>
          </a:p>
        </p:txBody>
      </p:sp>
      <p:sp>
        <p:nvSpPr>
          <p:cNvPr id="27" name="Rectangle 26">
            <a:hlinkClick r:id="rId20" action="ppaction://hlinksldjump"/>
          </p:cNvPr>
          <p:cNvSpPr/>
          <p:nvPr/>
        </p:nvSpPr>
        <p:spPr>
          <a:xfrm>
            <a:off x="713232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0" action="ppaction://hlinksldjump"/>
              </a:rPr>
              <a:t>400</a:t>
            </a:r>
          </a:p>
        </p:txBody>
      </p:sp>
      <p:sp>
        <p:nvSpPr>
          <p:cNvPr id="28" name="Rectangle 27">
            <a:hlinkClick r:id="rId21" action="ppaction://hlinksldjump"/>
          </p:cNvPr>
          <p:cNvSpPr/>
          <p:nvPr/>
        </p:nvSpPr>
        <p:spPr>
          <a:xfrm>
            <a:off x="937260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1" action="ppaction://hlinksldjump"/>
              </a:rPr>
              <a:t>400</a:t>
            </a:r>
          </a:p>
        </p:txBody>
      </p:sp>
      <p:sp>
        <p:nvSpPr>
          <p:cNvPr id="29" name="Rectangle 28">
            <a:hlinkClick r:id="rId22" action="ppaction://hlinksldjump"/>
          </p:cNvPr>
          <p:cNvSpPr/>
          <p:nvPr/>
        </p:nvSpPr>
        <p:spPr>
          <a:xfrm>
            <a:off x="41148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2" action="ppaction://hlinksldjump"/>
              </a:rPr>
              <a:t>500</a:t>
            </a:r>
          </a:p>
        </p:txBody>
      </p:sp>
      <p:sp>
        <p:nvSpPr>
          <p:cNvPr id="30" name="Rectangle 29">
            <a:hlinkClick r:id="rId23" action="ppaction://hlinksldjump"/>
          </p:cNvPr>
          <p:cNvSpPr/>
          <p:nvPr/>
        </p:nvSpPr>
        <p:spPr>
          <a:xfrm>
            <a:off x="265176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3" action="ppaction://hlinksldjump"/>
              </a:rPr>
              <a:t>500</a:t>
            </a:r>
          </a:p>
        </p:txBody>
      </p:sp>
      <p:sp>
        <p:nvSpPr>
          <p:cNvPr id="31" name="Rectangle 30">
            <a:hlinkClick r:id="rId24" action="ppaction://hlinksldjump"/>
          </p:cNvPr>
          <p:cNvSpPr/>
          <p:nvPr/>
        </p:nvSpPr>
        <p:spPr>
          <a:xfrm>
            <a:off x="489204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4" action="ppaction://hlinksldjump"/>
              </a:rPr>
              <a:t>500</a:t>
            </a:r>
          </a:p>
        </p:txBody>
      </p:sp>
      <p:sp>
        <p:nvSpPr>
          <p:cNvPr id="32" name="Rectangle 31">
            <a:hlinkClick r:id="rId25" action="ppaction://hlinksldjump"/>
          </p:cNvPr>
          <p:cNvSpPr/>
          <p:nvPr/>
        </p:nvSpPr>
        <p:spPr>
          <a:xfrm>
            <a:off x="713232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5" action="ppaction://hlinksldjump"/>
              </a:rPr>
              <a:t>500</a:t>
            </a:r>
          </a:p>
        </p:txBody>
      </p:sp>
      <p:sp>
        <p:nvSpPr>
          <p:cNvPr id="33" name="Rectangle 32">
            <a:hlinkClick r:id="rId26" action="ppaction://hlinksldjump"/>
          </p:cNvPr>
          <p:cNvSpPr/>
          <p:nvPr/>
        </p:nvSpPr>
        <p:spPr>
          <a:xfrm>
            <a:off x="937260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6" action="ppaction://hlinksldjump"/>
              </a:rPr>
              <a:t>500</a:t>
            </a:r>
          </a:p>
        </p:txBody>
      </p:sp>
      <p:sp>
        <p:nvSpPr>
          <p:cNvPr id="34" name="Rectangle 33">
            <a:hlinkClick r:id="rId27" action="ppaction://hlinksldjump"/>
          </p:cNvPr>
          <p:cNvSpPr/>
          <p:nvPr/>
        </p:nvSpPr>
        <p:spPr>
          <a:xfrm>
            <a:off x="41148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7" action="ppaction://hlinksldjump"/>
              </a:rPr>
              <a:t>600</a:t>
            </a:r>
          </a:p>
        </p:txBody>
      </p:sp>
      <p:sp>
        <p:nvSpPr>
          <p:cNvPr id="35" name="Rectangle 34">
            <a:hlinkClick r:id="rId28" action="ppaction://hlinksldjump"/>
          </p:cNvPr>
          <p:cNvSpPr/>
          <p:nvPr/>
        </p:nvSpPr>
        <p:spPr>
          <a:xfrm>
            <a:off x="265176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8" action="ppaction://hlinksldjump"/>
              </a:rPr>
              <a:t>600</a:t>
            </a:r>
          </a:p>
        </p:txBody>
      </p:sp>
      <p:sp>
        <p:nvSpPr>
          <p:cNvPr id="36" name="Rectangle 35">
            <a:hlinkClick r:id="rId29" action="ppaction://hlinksldjump"/>
          </p:cNvPr>
          <p:cNvSpPr/>
          <p:nvPr/>
        </p:nvSpPr>
        <p:spPr>
          <a:xfrm>
            <a:off x="489204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9" action="ppaction://hlinksldjump"/>
              </a:rPr>
              <a:t>600</a:t>
            </a:r>
          </a:p>
        </p:txBody>
      </p:sp>
      <p:sp>
        <p:nvSpPr>
          <p:cNvPr id="37" name="Rectangle 36">
            <a:hlinkClick r:id="rId30" action="ppaction://hlinksldjump"/>
          </p:cNvPr>
          <p:cNvSpPr/>
          <p:nvPr/>
        </p:nvSpPr>
        <p:spPr>
          <a:xfrm>
            <a:off x="713232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0" action="ppaction://hlinksldjump"/>
              </a:rPr>
              <a:t>600</a:t>
            </a:r>
          </a:p>
        </p:txBody>
      </p:sp>
      <p:sp>
        <p:nvSpPr>
          <p:cNvPr id="38" name="Rectangle 37">
            <a:hlinkClick r:id="rId31" action="ppaction://hlinksldjump"/>
          </p:cNvPr>
          <p:cNvSpPr/>
          <p:nvPr/>
        </p:nvSpPr>
        <p:spPr>
          <a:xfrm>
            <a:off x="937260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1" action="ppaction://hlinksldjump"/>
              </a:rPr>
              <a:t>600</a:t>
            </a:r>
          </a:p>
        </p:txBody>
      </p:sp>
      <p:sp>
        <p:nvSpPr>
          <p:cNvPr id="39" name="Rectangle 38">
            <a:hlinkClick r:id="rId32" action="ppaction://hlinksldjump"/>
          </p:cNvPr>
          <p:cNvSpPr/>
          <p:nvPr/>
        </p:nvSpPr>
        <p:spPr>
          <a:xfrm>
            <a:off x="41148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2" action="ppaction://hlinksldjump"/>
              </a:rPr>
              <a:t>700</a:t>
            </a:r>
          </a:p>
        </p:txBody>
      </p:sp>
      <p:sp>
        <p:nvSpPr>
          <p:cNvPr id="40" name="Rectangle 39">
            <a:hlinkClick r:id="rId33" action="ppaction://hlinksldjump"/>
          </p:cNvPr>
          <p:cNvSpPr/>
          <p:nvPr/>
        </p:nvSpPr>
        <p:spPr>
          <a:xfrm>
            <a:off x="265176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3" action="ppaction://hlinksldjump"/>
              </a:rPr>
              <a:t>700</a:t>
            </a:r>
          </a:p>
        </p:txBody>
      </p:sp>
      <p:sp>
        <p:nvSpPr>
          <p:cNvPr id="41" name="Rectangle 40">
            <a:hlinkClick r:id="rId34" action="ppaction://hlinksldjump"/>
          </p:cNvPr>
          <p:cNvSpPr/>
          <p:nvPr/>
        </p:nvSpPr>
        <p:spPr>
          <a:xfrm>
            <a:off x="489204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4" action="ppaction://hlinksldjump"/>
              </a:rPr>
              <a:t>700</a:t>
            </a:r>
          </a:p>
        </p:txBody>
      </p:sp>
      <p:sp>
        <p:nvSpPr>
          <p:cNvPr id="42" name="Rectangle 41">
            <a:hlinkClick r:id="rId35" action="ppaction://hlinksldjump"/>
          </p:cNvPr>
          <p:cNvSpPr/>
          <p:nvPr/>
        </p:nvSpPr>
        <p:spPr>
          <a:xfrm>
            <a:off x="713232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5" action="ppaction://hlinksldjump"/>
              </a:rPr>
              <a:t>700</a:t>
            </a:r>
          </a:p>
        </p:txBody>
      </p:sp>
      <p:sp>
        <p:nvSpPr>
          <p:cNvPr id="43" name="Rectangle 42">
            <a:hlinkClick r:id="rId36" action="ppaction://hlinksldjump"/>
          </p:cNvPr>
          <p:cNvSpPr/>
          <p:nvPr/>
        </p:nvSpPr>
        <p:spPr>
          <a:xfrm>
            <a:off x="937260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6" action="ppaction://hlinksldjump"/>
              </a:rPr>
              <a:t>700</a:t>
            </a:r>
          </a:p>
        </p:txBody>
      </p:sp>
      <p:sp>
        <p:nvSpPr>
          <p:cNvPr id="44" name="Rectangle 43">
            <a:hlinkClick r:id="rId37" action="ppaction://hlinksldjump"/>
          </p:cNvPr>
          <p:cNvSpPr/>
          <p:nvPr/>
        </p:nvSpPr>
        <p:spPr>
          <a:xfrm>
            <a:off x="41148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7" action="ppaction://hlinksldjump"/>
              </a:rPr>
              <a:t>800</a:t>
            </a:r>
          </a:p>
        </p:txBody>
      </p:sp>
      <p:sp>
        <p:nvSpPr>
          <p:cNvPr id="45" name="Rectangle 44">
            <a:hlinkClick r:id="rId38" action="ppaction://hlinksldjump"/>
          </p:cNvPr>
          <p:cNvSpPr/>
          <p:nvPr/>
        </p:nvSpPr>
        <p:spPr>
          <a:xfrm>
            <a:off x="265176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8" action="ppaction://hlinksldjump"/>
              </a:rPr>
              <a:t>800</a:t>
            </a:r>
          </a:p>
        </p:txBody>
      </p:sp>
      <p:sp>
        <p:nvSpPr>
          <p:cNvPr id="46" name="Rectangle 45">
            <a:hlinkClick r:id="rId39" action="ppaction://hlinksldjump"/>
          </p:cNvPr>
          <p:cNvSpPr/>
          <p:nvPr/>
        </p:nvSpPr>
        <p:spPr>
          <a:xfrm>
            <a:off x="489204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9" action="ppaction://hlinksldjump"/>
              </a:rPr>
              <a:t>800</a:t>
            </a:r>
          </a:p>
        </p:txBody>
      </p:sp>
      <p:sp>
        <p:nvSpPr>
          <p:cNvPr id="47" name="Rectangle 46">
            <a:hlinkClick r:id="rId40" action="ppaction://hlinksldjump"/>
          </p:cNvPr>
          <p:cNvSpPr/>
          <p:nvPr/>
        </p:nvSpPr>
        <p:spPr>
          <a:xfrm>
            <a:off x="713232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0" action="ppaction://hlinksldjump"/>
              </a:rPr>
              <a:t>800</a:t>
            </a:r>
          </a:p>
        </p:txBody>
      </p:sp>
      <p:sp>
        <p:nvSpPr>
          <p:cNvPr id="48" name="Rectangle 47">
            <a:hlinkClick r:id="rId41" action="ppaction://hlinksldjump"/>
          </p:cNvPr>
          <p:cNvSpPr/>
          <p:nvPr/>
        </p:nvSpPr>
        <p:spPr>
          <a:xfrm>
            <a:off x="937260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1" action="ppaction://hlinksldjump"/>
              </a:rPr>
              <a:t>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Liverpool in 1940?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England on 29 September 1758?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raised by her strict aunt Mimi?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lived with his grandmother when he was a child?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a quiet and shy child and liked dancing and music?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get from his mother when he was 15?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His first guitar.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Newton's grandmother want him to become?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farmer.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Where did Newton live when he was 12 and discovered a library?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At the house of a pharmacist, Mr. Clark.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Nelson's job?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a naval officer / sailor.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band did John Lennon help create?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Beatles.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do before becoming a princess?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worked with children.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When did Nelson join the Royal Navy?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When he was 12.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do after The Beatles broke 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started a solo career.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Queen Elizabeth love very much?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theatre.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do at Cambridge to pay for his studies?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worked as a servant.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use her fame for?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help people and talk about important problems.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discovered gravity?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wrote and recorded the song Imagine?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a national hero in Britain?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Nelson win at the Battle of the Nile?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defeated a large French fleet.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prove about white light?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White light is a combination of all colours.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create to explain how objects move?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Three laws of motion.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important work did Diana do for people with serious problems?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did charity work and helped people in need.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famous monument in London remembers Nelson?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Nelson's Column in Trafalgar Square.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lost his right arm?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wore a big orange wig?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Queen 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happened to Newton's pigs?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They escaped and destroyed the crops.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unusual thing did Newton see in a garden?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An apple falling from a tree.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said that The Beatles were more popular than Jesus?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special about Sean Lennon's birthday?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born on John's birthday.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did Queen Elizabeth wear thick white make-up?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hide marks from smallpox.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keep on the roof of his house?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telescope.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was a queen?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killed in a car accident?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died on a ship?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famous for helping people through charity work?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fought against war?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Put these in order from oldest to youngest: Diana, Newton, Lennon, Nelson, Elizabeth.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Newton → Nelson → Elizabeth → Lennon → Diana.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was born on the same day as his son?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continued his career after losing an eye and an arm?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B446"/>
                </a:solidFill>
              </a:defRPr>
            </a:pPr>
            <a:r>
              <a:t>FINAL JEOPARDY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person showed the most courage?</a:t>
            </a:r>
            <a:br/>
            <a:r>
              <a:t>Give one reason from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No single correct answer!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TEACHER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32323"/>
                </a:solidFill>
              </a:defRPr>
            </a:pPr>
            <a:r>
              <a:t>• Students choose a category and points.</a:t>
            </a:r>
            <a:br/>
            <a:r>
              <a:t>• 100–500: answer without the texts.</a:t>
            </a:r>
            <a:br/>
            <a:r>
              <a:t>• 600–800: allow students to check the texts.</a:t>
            </a:r>
            <a:br/>
            <a:r>
              <a:t>• Give 30 seconds for harder questions.</a:t>
            </a:r>
            <a:br/>
            <a:r>
              <a:t>• Final Jeopardy: students must explain their choice.</a:t>
            </a:r>
            <a:br/>
            <a:r>
              <a:t>• Award 100–800 points for correct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1545</Words>
  <Application>Microsoft Macintosh PowerPoint</Application>
  <PresentationFormat>Широкоэкранный</PresentationFormat>
  <Paragraphs>333</Paragraphs>
  <Slides>84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Miss V</cp:lastModifiedBy>
  <cp:revision>2</cp:revision>
  <dcterms:created xsi:type="dcterms:W3CDTF">2013-01-27T09:14:16Z</dcterms:created>
  <dcterms:modified xsi:type="dcterms:W3CDTF">2026-09-09T12:01:16Z</dcterms:modified>
  <cp:category/>
</cp:coreProperties>
</file>