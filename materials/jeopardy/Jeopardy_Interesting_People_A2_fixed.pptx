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7"/>
  </p:normalViewPr>
  <p:slideViewPr>
    <p:cSldViewPr snapToGrid="0" snapToObjects="1">
      <p:cViewPr varScale="1">
        <p:scale>
          <a:sx n="102" d="100"/>
          <a:sy n="102" d="100"/>
        </p:scale>
        <p:origin x="856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tableStyles" Target="tableStyle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viewProps" Target="view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slide" Target="slide25.xml"/><Relationship Id="rId18" Type="http://schemas.openxmlformats.org/officeDocument/2006/relationships/slide" Target="slide35.xml"/><Relationship Id="rId26" Type="http://schemas.openxmlformats.org/officeDocument/2006/relationships/slide" Target="slide51.xml"/><Relationship Id="rId39" Type="http://schemas.openxmlformats.org/officeDocument/2006/relationships/slide" Target="slide77.xml"/><Relationship Id="rId21" Type="http://schemas.openxmlformats.org/officeDocument/2006/relationships/slide" Target="slide41.xml"/><Relationship Id="rId34" Type="http://schemas.openxmlformats.org/officeDocument/2006/relationships/slide" Target="slide67.xml"/><Relationship Id="rId7" Type="http://schemas.openxmlformats.org/officeDocument/2006/relationships/slide" Target="slide13.xml"/><Relationship Id="rId2" Type="http://schemas.openxmlformats.org/officeDocument/2006/relationships/slide" Target="slide3.xml"/><Relationship Id="rId16" Type="http://schemas.openxmlformats.org/officeDocument/2006/relationships/slide" Target="slide31.xml"/><Relationship Id="rId20" Type="http://schemas.openxmlformats.org/officeDocument/2006/relationships/slide" Target="slide39.xml"/><Relationship Id="rId29" Type="http://schemas.openxmlformats.org/officeDocument/2006/relationships/slide" Target="slide57.xml"/><Relationship Id="rId41" Type="http://schemas.openxmlformats.org/officeDocument/2006/relationships/slide" Target="slide81.xml"/><Relationship Id="rId1" Type="http://schemas.openxmlformats.org/officeDocument/2006/relationships/slideLayout" Target="../slideLayouts/slideLayout7.xml"/><Relationship Id="rId6" Type="http://schemas.openxmlformats.org/officeDocument/2006/relationships/slide" Target="slide11.xml"/><Relationship Id="rId11" Type="http://schemas.openxmlformats.org/officeDocument/2006/relationships/slide" Target="slide21.xml"/><Relationship Id="rId24" Type="http://schemas.openxmlformats.org/officeDocument/2006/relationships/slide" Target="slide47.xml"/><Relationship Id="rId32" Type="http://schemas.openxmlformats.org/officeDocument/2006/relationships/slide" Target="slide63.xml"/><Relationship Id="rId37" Type="http://schemas.openxmlformats.org/officeDocument/2006/relationships/slide" Target="slide73.xml"/><Relationship Id="rId40" Type="http://schemas.openxmlformats.org/officeDocument/2006/relationships/slide" Target="slide79.xml"/><Relationship Id="rId5" Type="http://schemas.openxmlformats.org/officeDocument/2006/relationships/slide" Target="slide9.xml"/><Relationship Id="rId15" Type="http://schemas.openxmlformats.org/officeDocument/2006/relationships/slide" Target="slide29.xml"/><Relationship Id="rId23" Type="http://schemas.openxmlformats.org/officeDocument/2006/relationships/slide" Target="slide45.xml"/><Relationship Id="rId28" Type="http://schemas.openxmlformats.org/officeDocument/2006/relationships/slide" Target="slide55.xml"/><Relationship Id="rId36" Type="http://schemas.openxmlformats.org/officeDocument/2006/relationships/slide" Target="slide71.xml"/><Relationship Id="rId10" Type="http://schemas.openxmlformats.org/officeDocument/2006/relationships/slide" Target="slide19.xml"/><Relationship Id="rId19" Type="http://schemas.openxmlformats.org/officeDocument/2006/relationships/slide" Target="slide37.xml"/><Relationship Id="rId31" Type="http://schemas.openxmlformats.org/officeDocument/2006/relationships/slide" Target="slide61.xml"/><Relationship Id="rId4" Type="http://schemas.openxmlformats.org/officeDocument/2006/relationships/slide" Target="slide7.xml"/><Relationship Id="rId9" Type="http://schemas.openxmlformats.org/officeDocument/2006/relationships/slide" Target="slide17.xml"/><Relationship Id="rId14" Type="http://schemas.openxmlformats.org/officeDocument/2006/relationships/slide" Target="slide27.xml"/><Relationship Id="rId22" Type="http://schemas.openxmlformats.org/officeDocument/2006/relationships/slide" Target="slide43.xml"/><Relationship Id="rId27" Type="http://schemas.openxmlformats.org/officeDocument/2006/relationships/slide" Target="slide53.xml"/><Relationship Id="rId30" Type="http://schemas.openxmlformats.org/officeDocument/2006/relationships/slide" Target="slide59.xml"/><Relationship Id="rId35" Type="http://schemas.openxmlformats.org/officeDocument/2006/relationships/slide" Target="slide69.xml"/><Relationship Id="rId8" Type="http://schemas.openxmlformats.org/officeDocument/2006/relationships/slide" Target="slide15.xml"/><Relationship Id="rId3" Type="http://schemas.openxmlformats.org/officeDocument/2006/relationships/slide" Target="slide5.xml"/><Relationship Id="rId12" Type="http://schemas.openxmlformats.org/officeDocument/2006/relationships/slide" Target="slide23.xml"/><Relationship Id="rId17" Type="http://schemas.openxmlformats.org/officeDocument/2006/relationships/slide" Target="slide33.xml"/><Relationship Id="rId25" Type="http://schemas.openxmlformats.org/officeDocument/2006/relationships/slide" Target="slide49.xml"/><Relationship Id="rId33" Type="http://schemas.openxmlformats.org/officeDocument/2006/relationships/slide" Target="slide65.xml"/><Relationship Id="rId38" Type="http://schemas.openxmlformats.org/officeDocument/2006/relationships/slide" Target="slide7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slide" Target="slide4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slide" Target="slide6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slide" Target="slide8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slide" Target="slide10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slide" Target="slide12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slide" Target="slide14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slide" Target="slide16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slide" Target="slide18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slide" Target="slide20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slide" Target="slide22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slide" Target="slide24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slide" Target="slide26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slide" Target="slide28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slide" Target="slide30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slide" Target="slide32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slide" Target="slide34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slide" Target="slide36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slide" Target="slide40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slide" Target="slide42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slide" Target="slide44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slide" Target="slide46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slide" Target="slide48.xml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slide" Target="slide50.xml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slide" Target="slide52.xml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slide" Target="slide54.xml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slide" Target="slide56.xml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slide" Target="slide58.xml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slide" Target="slide60.xml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slide" Target="slide62.xml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slide" Target="slide64.xml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slide" Target="slide66.xml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slide" Target="slide68.xml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slide" Target="slide70.xml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slide" Target="slide72.xml"/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slide" Target="slide74.xml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slide" Target="slide76.xml"/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slide" Target="slide78.xml"/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slide" Target="slide80.xml"/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slide" Target="slide82.xml"/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E6B446"/>
                </a:solidFill>
              </a:defRPr>
            </a:pPr>
            <a:r>
              <a:rPr dirty="0"/>
              <a:t>JEOPARDY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84048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JEOPARDY 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508760"/>
            <a:ext cx="2185416" cy="731520"/>
          </a:xfrm>
          <a:prstGeom prst="rect">
            <a:avLst/>
          </a:prstGeom>
          <a:solidFill>
            <a:srgbClr val="E6B44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F2D3D"/>
                </a:solidFill>
              </a:defRPr>
            </a:pPr>
            <a:r>
              <a:t>Childhood &amp;</a:t>
            </a:r>
            <a:br/>
            <a:r>
              <a:t>Early Life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1760" y="1508760"/>
            <a:ext cx="2185416" cy="731520"/>
          </a:xfrm>
          <a:prstGeom prst="rect">
            <a:avLst/>
          </a:prstGeom>
          <a:solidFill>
            <a:srgbClr val="E6B44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F2D3D"/>
                </a:solidFill>
              </a:defRPr>
            </a:pPr>
            <a:r>
              <a:t>Career</a:t>
            </a:r>
          </a:p>
        </p:txBody>
      </p:sp>
      <p:sp>
        <p:nvSpPr>
          <p:cNvPr id="6" name="Rectangle 5"/>
          <p:cNvSpPr/>
          <p:nvPr/>
        </p:nvSpPr>
        <p:spPr>
          <a:xfrm>
            <a:off x="4892040" y="1508760"/>
            <a:ext cx="2185416" cy="731520"/>
          </a:xfrm>
          <a:prstGeom prst="rect">
            <a:avLst/>
          </a:prstGeom>
          <a:solidFill>
            <a:srgbClr val="E6B44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F2D3D"/>
                </a:solidFill>
              </a:defRPr>
            </a:pPr>
            <a:r>
              <a:t>Achievements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508760"/>
            <a:ext cx="2185416" cy="731520"/>
          </a:xfrm>
          <a:prstGeom prst="rect">
            <a:avLst/>
          </a:prstGeom>
          <a:solidFill>
            <a:srgbClr val="E6B44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F2D3D"/>
                </a:solidFill>
              </a:defRPr>
            </a:pPr>
            <a:r>
              <a:t>Curious Facts</a:t>
            </a:r>
          </a:p>
        </p:txBody>
      </p:sp>
      <p:sp>
        <p:nvSpPr>
          <p:cNvPr id="8" name="Rectangle 7"/>
          <p:cNvSpPr/>
          <p:nvPr/>
        </p:nvSpPr>
        <p:spPr>
          <a:xfrm>
            <a:off x="9372600" y="1508760"/>
            <a:ext cx="2185416" cy="731520"/>
          </a:xfrm>
          <a:prstGeom prst="rect">
            <a:avLst/>
          </a:prstGeom>
          <a:solidFill>
            <a:srgbClr val="E6B44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F2D3D"/>
                </a:solidFill>
              </a:defRPr>
            </a:pPr>
            <a:r>
              <a:t>Wild Card</a:t>
            </a:r>
          </a:p>
        </p:txBody>
      </p:sp>
      <p:sp>
        <p:nvSpPr>
          <p:cNvPr id="9" name="Rectangle 8">
            <a:hlinkClick r:id="rId2" action="ppaction://hlinksldjump"/>
          </p:cNvPr>
          <p:cNvSpPr/>
          <p:nvPr/>
        </p:nvSpPr>
        <p:spPr>
          <a:xfrm>
            <a:off x="411480" y="2276856"/>
            <a:ext cx="2185416" cy="484632"/>
          </a:xfrm>
          <a:prstGeom prst="rect">
            <a:avLst/>
          </a:prstGeom>
          <a:solidFill>
            <a:srgbClr val="FFFFFF"/>
          </a:solidFill>
          <a:ln>
            <a:solidFill>
              <a:srgbClr val="1F2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F2D3D"/>
                </a:solidFill>
              </a:defRPr>
            </a:pPr>
            <a:r>
              <a:rPr>
                <a:hlinkClick r:id="rId2" action="ppaction://hlinksldjump"/>
              </a:rPr>
              <a:t>100</a:t>
            </a:r>
          </a:p>
        </p:txBody>
      </p:sp>
      <p:sp>
        <p:nvSpPr>
          <p:cNvPr id="10" name="Rectangle 9">
            <a:hlinkClick r:id="rId10" action="ppaction://hlinksldjump"/>
          </p:cNvPr>
          <p:cNvSpPr/>
          <p:nvPr/>
        </p:nvSpPr>
        <p:spPr>
          <a:xfrm>
            <a:off x="2651760" y="2276856"/>
            <a:ext cx="2185416" cy="484632"/>
          </a:xfrm>
          <a:prstGeom prst="rect">
            <a:avLst/>
          </a:prstGeom>
          <a:solidFill>
            <a:srgbClr val="FFFFFF"/>
          </a:solidFill>
          <a:ln>
            <a:solidFill>
              <a:srgbClr val="1F2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F2D3D"/>
                </a:solidFill>
              </a:defRPr>
            </a:pPr>
            <a:r>
              <a:rPr>
                <a:hlinkClick r:id="rId10" action="ppaction://hlinksldjump"/>
              </a:rPr>
              <a:t>100</a:t>
            </a:r>
          </a:p>
        </p:txBody>
      </p:sp>
      <p:sp>
        <p:nvSpPr>
          <p:cNvPr id="11" name="Rectangle 10">
            <a:hlinkClick r:id="rId18" action="ppaction://hlinksldjump"/>
          </p:cNvPr>
          <p:cNvSpPr/>
          <p:nvPr/>
        </p:nvSpPr>
        <p:spPr>
          <a:xfrm>
            <a:off x="4892040" y="2276856"/>
            <a:ext cx="2185416" cy="484632"/>
          </a:xfrm>
          <a:prstGeom prst="rect">
            <a:avLst/>
          </a:prstGeom>
          <a:solidFill>
            <a:srgbClr val="FFFFFF"/>
          </a:solidFill>
          <a:ln>
            <a:solidFill>
              <a:srgbClr val="1F2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F2D3D"/>
                </a:solidFill>
              </a:defRPr>
            </a:pPr>
            <a:r>
              <a:rPr>
                <a:hlinkClick r:id="rId18" action="ppaction://hlinksldjump"/>
              </a:rPr>
              <a:t>100</a:t>
            </a:r>
          </a:p>
        </p:txBody>
      </p:sp>
      <p:sp>
        <p:nvSpPr>
          <p:cNvPr id="12" name="Rectangle 11">
            <a:hlinkClick r:id="rId26" action="ppaction://hlinksldjump"/>
          </p:cNvPr>
          <p:cNvSpPr/>
          <p:nvPr/>
        </p:nvSpPr>
        <p:spPr>
          <a:xfrm>
            <a:off x="7132320" y="2276856"/>
            <a:ext cx="2185416" cy="484632"/>
          </a:xfrm>
          <a:prstGeom prst="rect">
            <a:avLst/>
          </a:prstGeom>
          <a:solidFill>
            <a:srgbClr val="FFFFFF"/>
          </a:solidFill>
          <a:ln>
            <a:solidFill>
              <a:srgbClr val="1F2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F2D3D"/>
                </a:solidFill>
              </a:defRPr>
            </a:pPr>
            <a:r>
              <a:rPr>
                <a:hlinkClick r:id="rId26" action="ppaction://hlinksldjump"/>
              </a:rPr>
              <a:t>100</a:t>
            </a:r>
          </a:p>
        </p:txBody>
      </p:sp>
      <p:sp>
        <p:nvSpPr>
          <p:cNvPr id="13" name="Rectangle 12">
            <a:hlinkClick r:id="rId34" action="ppaction://hlinksldjump"/>
          </p:cNvPr>
          <p:cNvSpPr/>
          <p:nvPr/>
        </p:nvSpPr>
        <p:spPr>
          <a:xfrm>
            <a:off x="9372600" y="2276856"/>
            <a:ext cx="2185416" cy="484632"/>
          </a:xfrm>
          <a:prstGeom prst="rect">
            <a:avLst/>
          </a:prstGeom>
          <a:solidFill>
            <a:srgbClr val="FFFFFF"/>
          </a:solidFill>
          <a:ln>
            <a:solidFill>
              <a:srgbClr val="1F2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F2D3D"/>
                </a:solidFill>
              </a:defRPr>
            </a:pPr>
            <a:r>
              <a:rPr>
                <a:hlinkClick r:id="rId34" action="ppaction://hlinksldjump"/>
              </a:rPr>
              <a:t>100</a:t>
            </a:r>
          </a:p>
        </p:txBody>
      </p:sp>
      <p:sp>
        <p:nvSpPr>
          <p:cNvPr id="14" name="Rectangle 13">
            <a:hlinkClick r:id="rId3" action="ppaction://hlinksldjump"/>
          </p:cNvPr>
          <p:cNvSpPr/>
          <p:nvPr/>
        </p:nvSpPr>
        <p:spPr>
          <a:xfrm>
            <a:off x="411480" y="2807208"/>
            <a:ext cx="2185416" cy="484632"/>
          </a:xfrm>
          <a:prstGeom prst="rect">
            <a:avLst/>
          </a:prstGeom>
          <a:solidFill>
            <a:srgbClr val="FFFFFF"/>
          </a:solidFill>
          <a:ln>
            <a:solidFill>
              <a:srgbClr val="1F2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F2D3D"/>
                </a:solidFill>
              </a:defRPr>
            </a:pPr>
            <a:r>
              <a:rPr>
                <a:hlinkClick r:id="rId3" action="ppaction://hlinksldjump"/>
              </a:rPr>
              <a:t>200</a:t>
            </a:r>
          </a:p>
        </p:txBody>
      </p:sp>
      <p:sp>
        <p:nvSpPr>
          <p:cNvPr id="15" name="Rectangle 14">
            <a:hlinkClick r:id="rId11" action="ppaction://hlinksldjump"/>
          </p:cNvPr>
          <p:cNvSpPr/>
          <p:nvPr/>
        </p:nvSpPr>
        <p:spPr>
          <a:xfrm>
            <a:off x="2651760" y="2807208"/>
            <a:ext cx="2185416" cy="484632"/>
          </a:xfrm>
          <a:prstGeom prst="rect">
            <a:avLst/>
          </a:prstGeom>
          <a:solidFill>
            <a:srgbClr val="FFFFFF"/>
          </a:solidFill>
          <a:ln>
            <a:solidFill>
              <a:srgbClr val="1F2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F2D3D"/>
                </a:solidFill>
              </a:defRPr>
            </a:pPr>
            <a:r>
              <a:rPr>
                <a:hlinkClick r:id="rId11" action="ppaction://hlinksldjump"/>
              </a:rPr>
              <a:t>200</a:t>
            </a:r>
          </a:p>
        </p:txBody>
      </p:sp>
      <p:sp>
        <p:nvSpPr>
          <p:cNvPr id="16" name="Rectangle 15">
            <a:hlinkClick r:id="rId19" action="ppaction://hlinksldjump"/>
          </p:cNvPr>
          <p:cNvSpPr/>
          <p:nvPr/>
        </p:nvSpPr>
        <p:spPr>
          <a:xfrm>
            <a:off x="4892040" y="2807208"/>
            <a:ext cx="2185416" cy="484632"/>
          </a:xfrm>
          <a:prstGeom prst="rect">
            <a:avLst/>
          </a:prstGeom>
          <a:solidFill>
            <a:srgbClr val="FFFFFF"/>
          </a:solidFill>
          <a:ln>
            <a:solidFill>
              <a:srgbClr val="1F2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F2D3D"/>
                </a:solidFill>
              </a:defRPr>
            </a:pPr>
            <a:r>
              <a:rPr>
                <a:hlinkClick r:id="rId19" action="ppaction://hlinksldjump"/>
              </a:rPr>
              <a:t>200</a:t>
            </a:r>
          </a:p>
        </p:txBody>
      </p:sp>
      <p:sp>
        <p:nvSpPr>
          <p:cNvPr id="17" name="Rectangle 16">
            <a:hlinkClick r:id="rId27" action="ppaction://hlinksldjump"/>
          </p:cNvPr>
          <p:cNvSpPr/>
          <p:nvPr/>
        </p:nvSpPr>
        <p:spPr>
          <a:xfrm>
            <a:off x="7132320" y="2807208"/>
            <a:ext cx="2185416" cy="484632"/>
          </a:xfrm>
          <a:prstGeom prst="rect">
            <a:avLst/>
          </a:prstGeom>
          <a:solidFill>
            <a:srgbClr val="FFFFFF"/>
          </a:solidFill>
          <a:ln>
            <a:solidFill>
              <a:srgbClr val="1F2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F2D3D"/>
                </a:solidFill>
              </a:defRPr>
            </a:pPr>
            <a:r>
              <a:rPr>
                <a:hlinkClick r:id="rId27" action="ppaction://hlinksldjump"/>
              </a:rPr>
              <a:t>200</a:t>
            </a:r>
          </a:p>
        </p:txBody>
      </p:sp>
      <p:sp>
        <p:nvSpPr>
          <p:cNvPr id="18" name="Rectangle 17">
            <a:hlinkClick r:id="rId35" action="ppaction://hlinksldjump"/>
          </p:cNvPr>
          <p:cNvSpPr/>
          <p:nvPr/>
        </p:nvSpPr>
        <p:spPr>
          <a:xfrm>
            <a:off x="9372600" y="2807208"/>
            <a:ext cx="2185416" cy="484632"/>
          </a:xfrm>
          <a:prstGeom prst="rect">
            <a:avLst/>
          </a:prstGeom>
          <a:solidFill>
            <a:srgbClr val="FFFFFF"/>
          </a:solidFill>
          <a:ln>
            <a:solidFill>
              <a:srgbClr val="1F2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F2D3D"/>
                </a:solidFill>
              </a:defRPr>
            </a:pPr>
            <a:r>
              <a:rPr>
                <a:hlinkClick r:id="rId35" action="ppaction://hlinksldjump"/>
              </a:rPr>
              <a:t>200</a:t>
            </a:r>
          </a:p>
        </p:txBody>
      </p:sp>
      <p:sp>
        <p:nvSpPr>
          <p:cNvPr id="19" name="Rectangle 18">
            <a:hlinkClick r:id="rId4" action="ppaction://hlinksldjump"/>
          </p:cNvPr>
          <p:cNvSpPr/>
          <p:nvPr/>
        </p:nvSpPr>
        <p:spPr>
          <a:xfrm>
            <a:off x="411480" y="3337560"/>
            <a:ext cx="2185416" cy="484632"/>
          </a:xfrm>
          <a:prstGeom prst="rect">
            <a:avLst/>
          </a:prstGeom>
          <a:solidFill>
            <a:srgbClr val="FFFFFF"/>
          </a:solidFill>
          <a:ln>
            <a:solidFill>
              <a:srgbClr val="1F2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F2D3D"/>
                </a:solidFill>
              </a:defRPr>
            </a:pPr>
            <a:r>
              <a:rPr>
                <a:hlinkClick r:id="rId4" action="ppaction://hlinksldjump"/>
              </a:rPr>
              <a:t>300</a:t>
            </a:r>
          </a:p>
        </p:txBody>
      </p:sp>
      <p:sp>
        <p:nvSpPr>
          <p:cNvPr id="20" name="Rectangle 19">
            <a:hlinkClick r:id="rId12" action="ppaction://hlinksldjump"/>
          </p:cNvPr>
          <p:cNvSpPr/>
          <p:nvPr/>
        </p:nvSpPr>
        <p:spPr>
          <a:xfrm>
            <a:off x="2651760" y="3337560"/>
            <a:ext cx="2185416" cy="484632"/>
          </a:xfrm>
          <a:prstGeom prst="rect">
            <a:avLst/>
          </a:prstGeom>
          <a:solidFill>
            <a:srgbClr val="FFFFFF"/>
          </a:solidFill>
          <a:ln>
            <a:solidFill>
              <a:srgbClr val="1F2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F2D3D"/>
                </a:solidFill>
              </a:defRPr>
            </a:pPr>
            <a:r>
              <a:rPr>
                <a:hlinkClick r:id="rId12" action="ppaction://hlinksldjump"/>
              </a:rPr>
              <a:t>300</a:t>
            </a:r>
          </a:p>
        </p:txBody>
      </p:sp>
      <p:sp>
        <p:nvSpPr>
          <p:cNvPr id="21" name="Rectangle 20">
            <a:hlinkClick r:id="rId20" action="ppaction://hlinksldjump"/>
          </p:cNvPr>
          <p:cNvSpPr/>
          <p:nvPr/>
        </p:nvSpPr>
        <p:spPr>
          <a:xfrm>
            <a:off x="4892040" y="3337560"/>
            <a:ext cx="2185416" cy="484632"/>
          </a:xfrm>
          <a:prstGeom prst="rect">
            <a:avLst/>
          </a:prstGeom>
          <a:solidFill>
            <a:srgbClr val="FFFFFF"/>
          </a:solidFill>
          <a:ln>
            <a:solidFill>
              <a:srgbClr val="1F2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F2D3D"/>
                </a:solidFill>
              </a:defRPr>
            </a:pPr>
            <a:r>
              <a:rPr>
                <a:hlinkClick r:id="rId20" action="ppaction://hlinksldjump"/>
              </a:rPr>
              <a:t>300</a:t>
            </a:r>
          </a:p>
        </p:txBody>
      </p:sp>
      <p:sp>
        <p:nvSpPr>
          <p:cNvPr id="22" name="Rectangle 21">
            <a:hlinkClick r:id="rId28" action="ppaction://hlinksldjump"/>
          </p:cNvPr>
          <p:cNvSpPr/>
          <p:nvPr/>
        </p:nvSpPr>
        <p:spPr>
          <a:xfrm>
            <a:off x="7132320" y="3337560"/>
            <a:ext cx="2185416" cy="484632"/>
          </a:xfrm>
          <a:prstGeom prst="rect">
            <a:avLst/>
          </a:prstGeom>
          <a:solidFill>
            <a:srgbClr val="FFFFFF"/>
          </a:solidFill>
          <a:ln>
            <a:solidFill>
              <a:srgbClr val="1F2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F2D3D"/>
                </a:solidFill>
              </a:defRPr>
            </a:pPr>
            <a:r>
              <a:rPr>
                <a:hlinkClick r:id="rId28" action="ppaction://hlinksldjump"/>
              </a:rPr>
              <a:t>300</a:t>
            </a:r>
          </a:p>
        </p:txBody>
      </p:sp>
      <p:sp>
        <p:nvSpPr>
          <p:cNvPr id="23" name="Rectangle 22">
            <a:hlinkClick r:id="rId36" action="ppaction://hlinksldjump"/>
          </p:cNvPr>
          <p:cNvSpPr/>
          <p:nvPr/>
        </p:nvSpPr>
        <p:spPr>
          <a:xfrm>
            <a:off x="9372600" y="3337560"/>
            <a:ext cx="2185416" cy="484632"/>
          </a:xfrm>
          <a:prstGeom prst="rect">
            <a:avLst/>
          </a:prstGeom>
          <a:solidFill>
            <a:srgbClr val="FFFFFF"/>
          </a:solidFill>
          <a:ln>
            <a:solidFill>
              <a:srgbClr val="1F2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F2D3D"/>
                </a:solidFill>
              </a:defRPr>
            </a:pPr>
            <a:r>
              <a:rPr>
                <a:hlinkClick r:id="rId36" action="ppaction://hlinksldjump"/>
              </a:rPr>
              <a:t>300</a:t>
            </a:r>
          </a:p>
        </p:txBody>
      </p:sp>
      <p:sp>
        <p:nvSpPr>
          <p:cNvPr id="24" name="Rectangle 23">
            <a:hlinkClick r:id="rId5" action="ppaction://hlinksldjump"/>
          </p:cNvPr>
          <p:cNvSpPr/>
          <p:nvPr/>
        </p:nvSpPr>
        <p:spPr>
          <a:xfrm>
            <a:off x="411480" y="3867912"/>
            <a:ext cx="2185416" cy="484632"/>
          </a:xfrm>
          <a:prstGeom prst="rect">
            <a:avLst/>
          </a:prstGeom>
          <a:solidFill>
            <a:srgbClr val="FFFFFF"/>
          </a:solidFill>
          <a:ln>
            <a:solidFill>
              <a:srgbClr val="1F2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F2D3D"/>
                </a:solidFill>
              </a:defRPr>
            </a:pPr>
            <a:r>
              <a:rPr>
                <a:hlinkClick r:id="rId5" action="ppaction://hlinksldjump"/>
              </a:rPr>
              <a:t>400</a:t>
            </a:r>
          </a:p>
        </p:txBody>
      </p:sp>
      <p:sp>
        <p:nvSpPr>
          <p:cNvPr id="25" name="Rectangle 24">
            <a:hlinkClick r:id="rId13" action="ppaction://hlinksldjump"/>
          </p:cNvPr>
          <p:cNvSpPr/>
          <p:nvPr/>
        </p:nvSpPr>
        <p:spPr>
          <a:xfrm>
            <a:off x="2651760" y="3867912"/>
            <a:ext cx="2185416" cy="484632"/>
          </a:xfrm>
          <a:prstGeom prst="rect">
            <a:avLst/>
          </a:prstGeom>
          <a:solidFill>
            <a:srgbClr val="FFFFFF"/>
          </a:solidFill>
          <a:ln>
            <a:solidFill>
              <a:srgbClr val="1F2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F2D3D"/>
                </a:solidFill>
              </a:defRPr>
            </a:pPr>
            <a:r>
              <a:rPr>
                <a:hlinkClick r:id="rId13" action="ppaction://hlinksldjump"/>
              </a:rPr>
              <a:t>400</a:t>
            </a:r>
          </a:p>
        </p:txBody>
      </p:sp>
      <p:sp>
        <p:nvSpPr>
          <p:cNvPr id="26" name="Rectangle 25">
            <a:hlinkClick r:id="rId21" action="ppaction://hlinksldjump"/>
          </p:cNvPr>
          <p:cNvSpPr/>
          <p:nvPr/>
        </p:nvSpPr>
        <p:spPr>
          <a:xfrm>
            <a:off x="4892040" y="3867912"/>
            <a:ext cx="2185416" cy="484632"/>
          </a:xfrm>
          <a:prstGeom prst="rect">
            <a:avLst/>
          </a:prstGeom>
          <a:solidFill>
            <a:srgbClr val="FFFFFF"/>
          </a:solidFill>
          <a:ln>
            <a:solidFill>
              <a:srgbClr val="1F2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F2D3D"/>
                </a:solidFill>
              </a:defRPr>
            </a:pPr>
            <a:r>
              <a:rPr>
                <a:hlinkClick r:id="rId21" action="ppaction://hlinksldjump"/>
              </a:rPr>
              <a:t>400</a:t>
            </a:r>
          </a:p>
        </p:txBody>
      </p:sp>
      <p:sp>
        <p:nvSpPr>
          <p:cNvPr id="27" name="Rectangle 26">
            <a:hlinkClick r:id="rId29" action="ppaction://hlinksldjump"/>
          </p:cNvPr>
          <p:cNvSpPr/>
          <p:nvPr/>
        </p:nvSpPr>
        <p:spPr>
          <a:xfrm>
            <a:off x="7132320" y="3867912"/>
            <a:ext cx="2185416" cy="484632"/>
          </a:xfrm>
          <a:prstGeom prst="rect">
            <a:avLst/>
          </a:prstGeom>
          <a:solidFill>
            <a:srgbClr val="FFFFFF"/>
          </a:solidFill>
          <a:ln>
            <a:solidFill>
              <a:srgbClr val="1F2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F2D3D"/>
                </a:solidFill>
              </a:defRPr>
            </a:pPr>
            <a:r>
              <a:rPr>
                <a:hlinkClick r:id="rId29" action="ppaction://hlinksldjump"/>
              </a:rPr>
              <a:t>400</a:t>
            </a:r>
          </a:p>
        </p:txBody>
      </p:sp>
      <p:sp>
        <p:nvSpPr>
          <p:cNvPr id="28" name="Rectangle 27">
            <a:hlinkClick r:id="rId37" action="ppaction://hlinksldjump"/>
          </p:cNvPr>
          <p:cNvSpPr/>
          <p:nvPr/>
        </p:nvSpPr>
        <p:spPr>
          <a:xfrm>
            <a:off x="9372600" y="3867912"/>
            <a:ext cx="2185416" cy="484632"/>
          </a:xfrm>
          <a:prstGeom prst="rect">
            <a:avLst/>
          </a:prstGeom>
          <a:solidFill>
            <a:srgbClr val="FFFFFF"/>
          </a:solidFill>
          <a:ln>
            <a:solidFill>
              <a:srgbClr val="1F2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F2D3D"/>
                </a:solidFill>
              </a:defRPr>
            </a:pPr>
            <a:r>
              <a:rPr>
                <a:hlinkClick r:id="rId37" action="ppaction://hlinksldjump"/>
              </a:rPr>
              <a:t>400</a:t>
            </a:r>
          </a:p>
        </p:txBody>
      </p:sp>
      <p:sp>
        <p:nvSpPr>
          <p:cNvPr id="29" name="Rectangle 28">
            <a:hlinkClick r:id="rId6" action="ppaction://hlinksldjump"/>
          </p:cNvPr>
          <p:cNvSpPr/>
          <p:nvPr/>
        </p:nvSpPr>
        <p:spPr>
          <a:xfrm>
            <a:off x="411480" y="4398264"/>
            <a:ext cx="2185416" cy="484632"/>
          </a:xfrm>
          <a:prstGeom prst="rect">
            <a:avLst/>
          </a:prstGeom>
          <a:solidFill>
            <a:srgbClr val="FFFFFF"/>
          </a:solidFill>
          <a:ln>
            <a:solidFill>
              <a:srgbClr val="1F2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F2D3D"/>
                </a:solidFill>
              </a:defRPr>
            </a:pPr>
            <a:r>
              <a:rPr>
                <a:hlinkClick r:id="rId6" action="ppaction://hlinksldjump"/>
              </a:rPr>
              <a:t>500</a:t>
            </a:r>
          </a:p>
        </p:txBody>
      </p:sp>
      <p:sp>
        <p:nvSpPr>
          <p:cNvPr id="30" name="Rectangle 29">
            <a:hlinkClick r:id="rId14" action="ppaction://hlinksldjump"/>
          </p:cNvPr>
          <p:cNvSpPr/>
          <p:nvPr/>
        </p:nvSpPr>
        <p:spPr>
          <a:xfrm>
            <a:off x="2651760" y="4398264"/>
            <a:ext cx="2185416" cy="484632"/>
          </a:xfrm>
          <a:prstGeom prst="rect">
            <a:avLst/>
          </a:prstGeom>
          <a:solidFill>
            <a:srgbClr val="FFFFFF"/>
          </a:solidFill>
          <a:ln>
            <a:solidFill>
              <a:srgbClr val="1F2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F2D3D"/>
                </a:solidFill>
              </a:defRPr>
            </a:pPr>
            <a:r>
              <a:rPr>
                <a:hlinkClick r:id="rId14" action="ppaction://hlinksldjump"/>
              </a:rPr>
              <a:t>500</a:t>
            </a:r>
          </a:p>
        </p:txBody>
      </p:sp>
      <p:sp>
        <p:nvSpPr>
          <p:cNvPr id="31" name="Rectangle 30">
            <a:hlinkClick r:id="rId22" action="ppaction://hlinksldjump"/>
          </p:cNvPr>
          <p:cNvSpPr/>
          <p:nvPr/>
        </p:nvSpPr>
        <p:spPr>
          <a:xfrm>
            <a:off x="4892040" y="4398264"/>
            <a:ext cx="2185416" cy="484632"/>
          </a:xfrm>
          <a:prstGeom prst="rect">
            <a:avLst/>
          </a:prstGeom>
          <a:solidFill>
            <a:srgbClr val="FFFFFF"/>
          </a:solidFill>
          <a:ln>
            <a:solidFill>
              <a:srgbClr val="1F2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F2D3D"/>
                </a:solidFill>
              </a:defRPr>
            </a:pPr>
            <a:r>
              <a:rPr>
                <a:hlinkClick r:id="rId22" action="ppaction://hlinksldjump"/>
              </a:rPr>
              <a:t>500</a:t>
            </a:r>
          </a:p>
        </p:txBody>
      </p:sp>
      <p:sp>
        <p:nvSpPr>
          <p:cNvPr id="32" name="Rectangle 31">
            <a:hlinkClick r:id="rId30" action="ppaction://hlinksldjump"/>
          </p:cNvPr>
          <p:cNvSpPr/>
          <p:nvPr/>
        </p:nvSpPr>
        <p:spPr>
          <a:xfrm>
            <a:off x="7132320" y="4398264"/>
            <a:ext cx="2185416" cy="484632"/>
          </a:xfrm>
          <a:prstGeom prst="rect">
            <a:avLst/>
          </a:prstGeom>
          <a:solidFill>
            <a:srgbClr val="FFFFFF"/>
          </a:solidFill>
          <a:ln>
            <a:solidFill>
              <a:srgbClr val="1F2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F2D3D"/>
                </a:solidFill>
              </a:defRPr>
            </a:pPr>
            <a:r>
              <a:rPr>
                <a:hlinkClick r:id="rId30" action="ppaction://hlinksldjump"/>
              </a:rPr>
              <a:t>500</a:t>
            </a:r>
          </a:p>
        </p:txBody>
      </p:sp>
      <p:sp>
        <p:nvSpPr>
          <p:cNvPr id="33" name="Rectangle 32">
            <a:hlinkClick r:id="rId38" action="ppaction://hlinksldjump"/>
          </p:cNvPr>
          <p:cNvSpPr/>
          <p:nvPr/>
        </p:nvSpPr>
        <p:spPr>
          <a:xfrm>
            <a:off x="9372600" y="4398264"/>
            <a:ext cx="2185416" cy="484632"/>
          </a:xfrm>
          <a:prstGeom prst="rect">
            <a:avLst/>
          </a:prstGeom>
          <a:solidFill>
            <a:srgbClr val="FFFFFF"/>
          </a:solidFill>
          <a:ln>
            <a:solidFill>
              <a:srgbClr val="1F2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F2D3D"/>
                </a:solidFill>
              </a:defRPr>
            </a:pPr>
            <a:r>
              <a:rPr>
                <a:hlinkClick r:id="rId38" action="ppaction://hlinksldjump"/>
              </a:rPr>
              <a:t>500</a:t>
            </a:r>
          </a:p>
        </p:txBody>
      </p:sp>
      <p:sp>
        <p:nvSpPr>
          <p:cNvPr id="34" name="Rectangle 33">
            <a:hlinkClick r:id="rId7" action="ppaction://hlinksldjump"/>
          </p:cNvPr>
          <p:cNvSpPr/>
          <p:nvPr/>
        </p:nvSpPr>
        <p:spPr>
          <a:xfrm>
            <a:off x="411480" y="4928616"/>
            <a:ext cx="2185416" cy="484632"/>
          </a:xfrm>
          <a:prstGeom prst="rect">
            <a:avLst/>
          </a:prstGeom>
          <a:solidFill>
            <a:srgbClr val="FFFFFF"/>
          </a:solidFill>
          <a:ln>
            <a:solidFill>
              <a:srgbClr val="1F2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F2D3D"/>
                </a:solidFill>
              </a:defRPr>
            </a:pPr>
            <a:r>
              <a:rPr>
                <a:hlinkClick r:id="rId7" action="ppaction://hlinksldjump"/>
              </a:rPr>
              <a:t>600</a:t>
            </a:r>
          </a:p>
        </p:txBody>
      </p:sp>
      <p:sp>
        <p:nvSpPr>
          <p:cNvPr id="35" name="Rectangle 34">
            <a:hlinkClick r:id="rId15" action="ppaction://hlinksldjump"/>
          </p:cNvPr>
          <p:cNvSpPr/>
          <p:nvPr/>
        </p:nvSpPr>
        <p:spPr>
          <a:xfrm>
            <a:off x="2651760" y="4928616"/>
            <a:ext cx="2185416" cy="484632"/>
          </a:xfrm>
          <a:prstGeom prst="rect">
            <a:avLst/>
          </a:prstGeom>
          <a:solidFill>
            <a:srgbClr val="FFFFFF"/>
          </a:solidFill>
          <a:ln>
            <a:solidFill>
              <a:srgbClr val="1F2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F2D3D"/>
                </a:solidFill>
              </a:defRPr>
            </a:pPr>
            <a:r>
              <a:rPr>
                <a:hlinkClick r:id="rId15" action="ppaction://hlinksldjump"/>
              </a:rPr>
              <a:t>600</a:t>
            </a:r>
          </a:p>
        </p:txBody>
      </p:sp>
      <p:sp>
        <p:nvSpPr>
          <p:cNvPr id="36" name="Rectangle 35">
            <a:hlinkClick r:id="rId23" action="ppaction://hlinksldjump"/>
          </p:cNvPr>
          <p:cNvSpPr/>
          <p:nvPr/>
        </p:nvSpPr>
        <p:spPr>
          <a:xfrm>
            <a:off x="4892040" y="4928616"/>
            <a:ext cx="2185416" cy="484632"/>
          </a:xfrm>
          <a:prstGeom prst="rect">
            <a:avLst/>
          </a:prstGeom>
          <a:solidFill>
            <a:srgbClr val="FFFFFF"/>
          </a:solidFill>
          <a:ln>
            <a:solidFill>
              <a:srgbClr val="1F2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F2D3D"/>
                </a:solidFill>
              </a:defRPr>
            </a:pPr>
            <a:r>
              <a:rPr>
                <a:hlinkClick r:id="rId23" action="ppaction://hlinksldjump"/>
              </a:rPr>
              <a:t>600</a:t>
            </a:r>
          </a:p>
        </p:txBody>
      </p:sp>
      <p:sp>
        <p:nvSpPr>
          <p:cNvPr id="37" name="Rectangle 36">
            <a:hlinkClick r:id="rId31" action="ppaction://hlinksldjump"/>
          </p:cNvPr>
          <p:cNvSpPr/>
          <p:nvPr/>
        </p:nvSpPr>
        <p:spPr>
          <a:xfrm>
            <a:off x="7132320" y="4928616"/>
            <a:ext cx="2185416" cy="484632"/>
          </a:xfrm>
          <a:prstGeom prst="rect">
            <a:avLst/>
          </a:prstGeom>
          <a:solidFill>
            <a:srgbClr val="FFFFFF"/>
          </a:solidFill>
          <a:ln>
            <a:solidFill>
              <a:srgbClr val="1F2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F2D3D"/>
                </a:solidFill>
              </a:defRPr>
            </a:pPr>
            <a:r>
              <a:rPr>
                <a:hlinkClick r:id="rId31" action="ppaction://hlinksldjump"/>
              </a:rPr>
              <a:t>600</a:t>
            </a:r>
          </a:p>
        </p:txBody>
      </p:sp>
      <p:sp>
        <p:nvSpPr>
          <p:cNvPr id="38" name="Rectangle 37">
            <a:hlinkClick r:id="rId39" action="ppaction://hlinksldjump"/>
          </p:cNvPr>
          <p:cNvSpPr/>
          <p:nvPr/>
        </p:nvSpPr>
        <p:spPr>
          <a:xfrm>
            <a:off x="9372600" y="4928616"/>
            <a:ext cx="2185416" cy="484632"/>
          </a:xfrm>
          <a:prstGeom prst="rect">
            <a:avLst/>
          </a:prstGeom>
          <a:solidFill>
            <a:srgbClr val="FFFFFF"/>
          </a:solidFill>
          <a:ln>
            <a:solidFill>
              <a:srgbClr val="1F2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F2D3D"/>
                </a:solidFill>
              </a:defRPr>
            </a:pPr>
            <a:r>
              <a:rPr>
                <a:hlinkClick r:id="rId39" action="ppaction://hlinksldjump"/>
              </a:rPr>
              <a:t>600</a:t>
            </a:r>
          </a:p>
        </p:txBody>
      </p:sp>
      <p:sp>
        <p:nvSpPr>
          <p:cNvPr id="39" name="Rectangle 38">
            <a:hlinkClick r:id="rId8" action="ppaction://hlinksldjump"/>
          </p:cNvPr>
          <p:cNvSpPr/>
          <p:nvPr/>
        </p:nvSpPr>
        <p:spPr>
          <a:xfrm>
            <a:off x="411480" y="5458968"/>
            <a:ext cx="2185416" cy="484632"/>
          </a:xfrm>
          <a:prstGeom prst="rect">
            <a:avLst/>
          </a:prstGeom>
          <a:solidFill>
            <a:srgbClr val="FFFFFF"/>
          </a:solidFill>
          <a:ln>
            <a:solidFill>
              <a:srgbClr val="1F2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F2D3D"/>
                </a:solidFill>
              </a:defRPr>
            </a:pPr>
            <a:r>
              <a:rPr>
                <a:hlinkClick r:id="rId8" action="ppaction://hlinksldjump"/>
              </a:rPr>
              <a:t>700</a:t>
            </a:r>
          </a:p>
        </p:txBody>
      </p:sp>
      <p:sp>
        <p:nvSpPr>
          <p:cNvPr id="40" name="Rectangle 39">
            <a:hlinkClick r:id="rId16" action="ppaction://hlinksldjump"/>
          </p:cNvPr>
          <p:cNvSpPr/>
          <p:nvPr/>
        </p:nvSpPr>
        <p:spPr>
          <a:xfrm>
            <a:off x="2651760" y="5458968"/>
            <a:ext cx="2185416" cy="484632"/>
          </a:xfrm>
          <a:prstGeom prst="rect">
            <a:avLst/>
          </a:prstGeom>
          <a:solidFill>
            <a:srgbClr val="FFFFFF"/>
          </a:solidFill>
          <a:ln>
            <a:solidFill>
              <a:srgbClr val="1F2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F2D3D"/>
                </a:solidFill>
              </a:defRPr>
            </a:pPr>
            <a:r>
              <a:rPr>
                <a:hlinkClick r:id="rId16" action="ppaction://hlinksldjump"/>
              </a:rPr>
              <a:t>700</a:t>
            </a:r>
          </a:p>
        </p:txBody>
      </p:sp>
      <p:sp>
        <p:nvSpPr>
          <p:cNvPr id="41" name="Rectangle 40">
            <a:hlinkClick r:id="rId24" action="ppaction://hlinksldjump"/>
          </p:cNvPr>
          <p:cNvSpPr/>
          <p:nvPr/>
        </p:nvSpPr>
        <p:spPr>
          <a:xfrm>
            <a:off x="4892040" y="5458968"/>
            <a:ext cx="2185416" cy="484632"/>
          </a:xfrm>
          <a:prstGeom prst="rect">
            <a:avLst/>
          </a:prstGeom>
          <a:solidFill>
            <a:srgbClr val="FFFFFF"/>
          </a:solidFill>
          <a:ln>
            <a:solidFill>
              <a:srgbClr val="1F2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F2D3D"/>
                </a:solidFill>
              </a:defRPr>
            </a:pPr>
            <a:r>
              <a:rPr>
                <a:hlinkClick r:id="rId24" action="ppaction://hlinksldjump"/>
              </a:rPr>
              <a:t>700</a:t>
            </a:r>
          </a:p>
        </p:txBody>
      </p:sp>
      <p:sp>
        <p:nvSpPr>
          <p:cNvPr id="42" name="Rectangle 41">
            <a:hlinkClick r:id="rId32" action="ppaction://hlinksldjump"/>
          </p:cNvPr>
          <p:cNvSpPr/>
          <p:nvPr/>
        </p:nvSpPr>
        <p:spPr>
          <a:xfrm>
            <a:off x="7132320" y="5458968"/>
            <a:ext cx="2185416" cy="484632"/>
          </a:xfrm>
          <a:prstGeom prst="rect">
            <a:avLst/>
          </a:prstGeom>
          <a:solidFill>
            <a:srgbClr val="FFFFFF"/>
          </a:solidFill>
          <a:ln>
            <a:solidFill>
              <a:srgbClr val="1F2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F2D3D"/>
                </a:solidFill>
              </a:defRPr>
            </a:pPr>
            <a:r>
              <a:rPr>
                <a:hlinkClick r:id="rId32" action="ppaction://hlinksldjump"/>
              </a:rPr>
              <a:t>700</a:t>
            </a:r>
          </a:p>
        </p:txBody>
      </p:sp>
      <p:sp>
        <p:nvSpPr>
          <p:cNvPr id="43" name="Rectangle 42">
            <a:hlinkClick r:id="rId40" action="ppaction://hlinksldjump"/>
          </p:cNvPr>
          <p:cNvSpPr/>
          <p:nvPr/>
        </p:nvSpPr>
        <p:spPr>
          <a:xfrm>
            <a:off x="9372600" y="5458968"/>
            <a:ext cx="2185416" cy="484632"/>
          </a:xfrm>
          <a:prstGeom prst="rect">
            <a:avLst/>
          </a:prstGeom>
          <a:solidFill>
            <a:srgbClr val="FFFFFF"/>
          </a:solidFill>
          <a:ln>
            <a:solidFill>
              <a:srgbClr val="1F2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F2D3D"/>
                </a:solidFill>
              </a:defRPr>
            </a:pPr>
            <a:r>
              <a:rPr>
                <a:hlinkClick r:id="rId40" action="ppaction://hlinksldjump"/>
              </a:rPr>
              <a:t>700</a:t>
            </a:r>
          </a:p>
        </p:txBody>
      </p:sp>
      <p:sp>
        <p:nvSpPr>
          <p:cNvPr id="44" name="Rectangle 43">
            <a:hlinkClick r:id="rId9" action="ppaction://hlinksldjump"/>
          </p:cNvPr>
          <p:cNvSpPr/>
          <p:nvPr/>
        </p:nvSpPr>
        <p:spPr>
          <a:xfrm>
            <a:off x="411480" y="5989320"/>
            <a:ext cx="2185416" cy="484632"/>
          </a:xfrm>
          <a:prstGeom prst="rect">
            <a:avLst/>
          </a:prstGeom>
          <a:solidFill>
            <a:srgbClr val="FFFFFF"/>
          </a:solidFill>
          <a:ln>
            <a:solidFill>
              <a:srgbClr val="1F2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F2D3D"/>
                </a:solidFill>
              </a:defRPr>
            </a:pPr>
            <a:r>
              <a:rPr>
                <a:hlinkClick r:id="rId9" action="ppaction://hlinksldjump"/>
              </a:rPr>
              <a:t>800</a:t>
            </a:r>
          </a:p>
        </p:txBody>
      </p:sp>
      <p:sp>
        <p:nvSpPr>
          <p:cNvPr id="45" name="Rectangle 44">
            <a:hlinkClick r:id="rId17" action="ppaction://hlinksldjump"/>
          </p:cNvPr>
          <p:cNvSpPr/>
          <p:nvPr/>
        </p:nvSpPr>
        <p:spPr>
          <a:xfrm>
            <a:off x="2651760" y="5989320"/>
            <a:ext cx="2185416" cy="484632"/>
          </a:xfrm>
          <a:prstGeom prst="rect">
            <a:avLst/>
          </a:prstGeom>
          <a:solidFill>
            <a:srgbClr val="FFFFFF"/>
          </a:solidFill>
          <a:ln>
            <a:solidFill>
              <a:srgbClr val="1F2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F2D3D"/>
                </a:solidFill>
              </a:defRPr>
            </a:pPr>
            <a:r>
              <a:rPr>
                <a:hlinkClick r:id="rId17" action="ppaction://hlinksldjump"/>
              </a:rPr>
              <a:t>800</a:t>
            </a:r>
          </a:p>
        </p:txBody>
      </p:sp>
      <p:sp>
        <p:nvSpPr>
          <p:cNvPr id="46" name="Rectangle 45">
            <a:hlinkClick r:id="rId25" action="ppaction://hlinksldjump"/>
          </p:cNvPr>
          <p:cNvSpPr/>
          <p:nvPr/>
        </p:nvSpPr>
        <p:spPr>
          <a:xfrm>
            <a:off x="4892040" y="5989320"/>
            <a:ext cx="2185416" cy="484632"/>
          </a:xfrm>
          <a:prstGeom prst="rect">
            <a:avLst/>
          </a:prstGeom>
          <a:solidFill>
            <a:srgbClr val="FFFFFF"/>
          </a:solidFill>
          <a:ln>
            <a:solidFill>
              <a:srgbClr val="1F2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F2D3D"/>
                </a:solidFill>
              </a:defRPr>
            </a:pPr>
            <a:r>
              <a:rPr>
                <a:hlinkClick r:id="rId25" action="ppaction://hlinksldjump"/>
              </a:rPr>
              <a:t>800</a:t>
            </a:r>
          </a:p>
        </p:txBody>
      </p:sp>
      <p:sp>
        <p:nvSpPr>
          <p:cNvPr id="47" name="Rectangle 46">
            <a:hlinkClick r:id="rId33" action="ppaction://hlinksldjump"/>
          </p:cNvPr>
          <p:cNvSpPr/>
          <p:nvPr/>
        </p:nvSpPr>
        <p:spPr>
          <a:xfrm>
            <a:off x="7132320" y="5989320"/>
            <a:ext cx="2185416" cy="484632"/>
          </a:xfrm>
          <a:prstGeom prst="rect">
            <a:avLst/>
          </a:prstGeom>
          <a:solidFill>
            <a:srgbClr val="FFFFFF"/>
          </a:solidFill>
          <a:ln>
            <a:solidFill>
              <a:srgbClr val="1F2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F2D3D"/>
                </a:solidFill>
              </a:defRPr>
            </a:pPr>
            <a:r>
              <a:rPr>
                <a:hlinkClick r:id="rId33" action="ppaction://hlinksldjump"/>
              </a:rPr>
              <a:t>800</a:t>
            </a:r>
          </a:p>
        </p:txBody>
      </p:sp>
      <p:sp>
        <p:nvSpPr>
          <p:cNvPr id="48" name="Rectangle 47">
            <a:hlinkClick r:id="rId41" action="ppaction://hlinksldjump"/>
          </p:cNvPr>
          <p:cNvSpPr/>
          <p:nvPr/>
        </p:nvSpPr>
        <p:spPr>
          <a:xfrm>
            <a:off x="9372600" y="5989320"/>
            <a:ext cx="2185416" cy="484632"/>
          </a:xfrm>
          <a:prstGeom prst="rect">
            <a:avLst/>
          </a:prstGeom>
          <a:solidFill>
            <a:srgbClr val="FFFFFF"/>
          </a:solidFill>
          <a:ln>
            <a:solidFill>
              <a:srgbClr val="1F2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F2D3D"/>
                </a:solidFill>
              </a:defRPr>
            </a:pPr>
            <a:r>
              <a:rPr>
                <a:hlinkClick r:id="rId41" action="ppaction://hlinksldjump"/>
              </a:rPr>
              <a:t>800</a:t>
            </a:r>
          </a:p>
        </p:txBody>
      </p:sp>
    </p:spTree>
  </p:cSld>
  <p:clrMapOvr>
    <a:masterClrMapping/>
  </p:clrMapOvr>
  <p:transition advClick="0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CHILDHOOD &amp; EARLY LIFE • 100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Who was born in Liverpool in 1940?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548640" y="6080760"/>
            <a:ext cx="192024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SHOW ANSWER</a:t>
            </a:r>
          </a:p>
        </p:txBody>
      </p:sp>
      <p:sp>
        <p:nvSpPr>
          <p:cNvPr id="6" name="Rounded Rectangle 5">
            <a:hlinkClick r:id="rId3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32323"/>
                </a:solidFill>
              </a:defRPr>
            </a:pPr>
            <a:r>
              <a:t>ANSWER • Childhood &amp; Early Life • 100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32323"/>
                </a:solidFill>
              </a:defRPr>
            </a:pPr>
            <a:r>
              <a:t>John Lennon.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CHILDHOOD &amp; EARLY LIFE • 200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Who was born in England on 29 September 1758?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548640" y="6080760"/>
            <a:ext cx="192024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SHOW ANSWER</a:t>
            </a:r>
          </a:p>
        </p:txBody>
      </p:sp>
      <p:sp>
        <p:nvSpPr>
          <p:cNvPr id="6" name="Rounded Rectangle 5">
            <a:hlinkClick r:id="rId3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32323"/>
                </a:solidFill>
              </a:defRPr>
            </a:pPr>
            <a:r>
              <a:t>ANSWER • Childhood &amp; Early Life • 200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32323"/>
                </a:solidFill>
              </a:defRPr>
            </a:pPr>
            <a:r>
              <a:t>Horatio Nelson.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CHILDHOOD &amp; EARLY LIFE • 300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Who was raised by his strict aunt Mimi?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548640" y="6080760"/>
            <a:ext cx="192024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SHOW ANSWER</a:t>
            </a:r>
          </a:p>
        </p:txBody>
      </p:sp>
      <p:sp>
        <p:nvSpPr>
          <p:cNvPr id="6" name="Rounded Rectangle 5">
            <a:hlinkClick r:id="rId3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32323"/>
                </a:solidFill>
              </a:defRPr>
            </a:pPr>
            <a:r>
              <a:t>ANSWER • Childhood &amp; Early Life • 300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32323"/>
                </a:solidFill>
              </a:defRPr>
            </a:pPr>
            <a:r>
              <a:t>John Lennon.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CHILDHOOD &amp; EARLY LIFE • 400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Who lived with his grandmother when he was a child?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548640" y="6080760"/>
            <a:ext cx="192024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SHOW ANSWER</a:t>
            </a:r>
          </a:p>
        </p:txBody>
      </p:sp>
      <p:sp>
        <p:nvSpPr>
          <p:cNvPr id="6" name="Rounded Rectangle 5">
            <a:hlinkClick r:id="rId3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32323"/>
                </a:solidFill>
              </a:defRPr>
            </a:pPr>
            <a:r>
              <a:t>ANSWER • Childhood &amp; Early Life • 400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32323"/>
                </a:solidFill>
              </a:defRPr>
            </a:pPr>
            <a:r>
              <a:t>Isaac Newton.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CHILDHOOD &amp; EARLY LIFE • 500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Who was a quiet and shy child and liked dancing and music?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548640" y="6080760"/>
            <a:ext cx="192024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SHOW ANSWER</a:t>
            </a:r>
          </a:p>
        </p:txBody>
      </p:sp>
      <p:sp>
        <p:nvSpPr>
          <p:cNvPr id="6" name="Rounded Rectangle 5">
            <a:hlinkClick r:id="rId3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32323"/>
                </a:solidFill>
              </a:defRPr>
            </a:pPr>
            <a:r>
              <a:t>ANSWER • Childhood &amp; Early Life • 500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32323"/>
                </a:solidFill>
              </a:defRPr>
            </a:pPr>
            <a:r>
              <a:t>Diana Spencer.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CHILDHOOD &amp; EARLY LIFE • 600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What did John Lennon get from his mother when he was 15?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548640" y="6080760"/>
            <a:ext cx="192024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SHOW ANSWER</a:t>
            </a:r>
          </a:p>
        </p:txBody>
      </p:sp>
      <p:sp>
        <p:nvSpPr>
          <p:cNvPr id="6" name="Rounded Rectangle 5">
            <a:hlinkClick r:id="rId3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32323"/>
                </a:solidFill>
              </a:defRPr>
            </a:pPr>
            <a:r>
              <a:t>ANSWER • Childhood &amp; Early Life • 600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32323"/>
                </a:solidFill>
              </a:defRPr>
            </a:pPr>
            <a:r>
              <a:t>His first guitar.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CHILDHOOD &amp; EARLY LIFE • 700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What did Newton's grandmother want him to become?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548640" y="6080760"/>
            <a:ext cx="192024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SHOW ANSWER</a:t>
            </a:r>
          </a:p>
        </p:txBody>
      </p:sp>
      <p:sp>
        <p:nvSpPr>
          <p:cNvPr id="6" name="Rounded Rectangle 5">
            <a:hlinkClick r:id="rId3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32323"/>
                </a:solidFill>
              </a:defRPr>
            </a:pPr>
            <a:r>
              <a:t>ANSWER • Childhood &amp; Early Life • 700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32323"/>
                </a:solidFill>
              </a:defRPr>
            </a:pPr>
            <a:r>
              <a:t>A farmer.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CHILDHOOD &amp; EARLY LIFE • 800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Where did Newton live when he was 12 and discovered a library?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548640" y="6080760"/>
            <a:ext cx="192024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SHOW ANSWER</a:t>
            </a:r>
          </a:p>
        </p:txBody>
      </p:sp>
      <p:sp>
        <p:nvSpPr>
          <p:cNvPr id="6" name="Rounded Rectangle 5">
            <a:hlinkClick r:id="rId3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32323"/>
                </a:solidFill>
              </a:defRPr>
            </a:pPr>
            <a:r>
              <a:t>ANSWER • Childhood &amp; Early Life • 800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32323"/>
                </a:solidFill>
              </a:defRPr>
            </a:pPr>
            <a:r>
              <a:t>At the house of a pharmacist, Mr. Clark.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CAREER • 100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What was Nelson's job?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548640" y="6080760"/>
            <a:ext cx="192024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SHOW ANSWER</a:t>
            </a:r>
          </a:p>
        </p:txBody>
      </p:sp>
      <p:sp>
        <p:nvSpPr>
          <p:cNvPr id="6" name="Rounded Rectangle 5">
            <a:hlinkClick r:id="rId3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32323"/>
                </a:solidFill>
              </a:defRPr>
            </a:pPr>
            <a:r>
              <a:t>ANSWER • Career • 100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32323"/>
                </a:solidFill>
              </a:defRPr>
            </a:pPr>
            <a:r>
              <a:t>He was a naval officer / sailor.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CAREER • 200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What band did John Lennon help create?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548640" y="6080760"/>
            <a:ext cx="192024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SHOW ANSWER</a:t>
            </a:r>
          </a:p>
        </p:txBody>
      </p:sp>
      <p:sp>
        <p:nvSpPr>
          <p:cNvPr id="6" name="Rounded Rectangle 5">
            <a:hlinkClick r:id="rId3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32323"/>
                </a:solidFill>
              </a:defRPr>
            </a:pPr>
            <a:r>
              <a:t>ANSWER • Career • 200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32323"/>
                </a:solidFill>
              </a:defRPr>
            </a:pPr>
            <a:r>
              <a:t>The Beatles.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CAREER • 300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What did Diana do before becoming a princess?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548640" y="6080760"/>
            <a:ext cx="192024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SHOW ANSWER</a:t>
            </a:r>
          </a:p>
        </p:txBody>
      </p:sp>
      <p:sp>
        <p:nvSpPr>
          <p:cNvPr id="6" name="Rounded Rectangle 5">
            <a:hlinkClick r:id="rId3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32323"/>
                </a:solidFill>
              </a:defRPr>
            </a:pPr>
            <a:r>
              <a:t>ANSWER • Career • 300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32323"/>
                </a:solidFill>
              </a:defRPr>
            </a:pPr>
            <a:r>
              <a:t>She worked with children.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CAREER • 400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When did Nelson join the Royal Navy?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548640" y="6080760"/>
            <a:ext cx="192024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SHOW ANSWER</a:t>
            </a:r>
          </a:p>
        </p:txBody>
      </p:sp>
      <p:sp>
        <p:nvSpPr>
          <p:cNvPr id="6" name="Rounded Rectangle 5">
            <a:hlinkClick r:id="rId3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32323"/>
                </a:solidFill>
              </a:defRPr>
            </a:pPr>
            <a:r>
              <a:t>ANSWER • Career • 400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32323"/>
                </a:solidFill>
              </a:defRPr>
            </a:pPr>
            <a:r>
              <a:t>When he was 12.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CAREER • 500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What did John Lennon do after The Beatles broke up?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548640" y="6080760"/>
            <a:ext cx="192024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SHOW ANSWER</a:t>
            </a:r>
          </a:p>
        </p:txBody>
      </p:sp>
      <p:sp>
        <p:nvSpPr>
          <p:cNvPr id="6" name="Rounded Rectangle 5">
            <a:hlinkClick r:id="rId3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32323"/>
                </a:solidFill>
              </a:defRPr>
            </a:pPr>
            <a:r>
              <a:t>ANSWER • Career • 500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32323"/>
                </a:solidFill>
              </a:defRPr>
            </a:pPr>
            <a:r>
              <a:t>He started a solo career.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CAREER • 600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What did Queen Elizabeth love very much?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548640" y="6080760"/>
            <a:ext cx="192024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SHOW ANSWER</a:t>
            </a:r>
          </a:p>
        </p:txBody>
      </p:sp>
      <p:sp>
        <p:nvSpPr>
          <p:cNvPr id="6" name="Rounded Rectangle 5">
            <a:hlinkClick r:id="rId3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32323"/>
                </a:solidFill>
              </a:defRPr>
            </a:pPr>
            <a:r>
              <a:t>ANSWER • Career • 600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32323"/>
                </a:solidFill>
              </a:defRPr>
            </a:pPr>
            <a:r>
              <a:t>The theatre.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CAREER • 700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What did Newton do at Cambridge to pay for his studies?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548640" y="6080760"/>
            <a:ext cx="192024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SHOW ANSWER</a:t>
            </a:r>
          </a:p>
        </p:txBody>
      </p:sp>
      <p:sp>
        <p:nvSpPr>
          <p:cNvPr id="6" name="Rounded Rectangle 5">
            <a:hlinkClick r:id="rId3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32323"/>
                </a:solidFill>
              </a:defRPr>
            </a:pPr>
            <a:r>
              <a:t>ANSWER • Career • 700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32323"/>
                </a:solidFill>
              </a:defRPr>
            </a:pPr>
            <a:r>
              <a:t>He worked as a servant.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CAREER • 800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What did Diana use her fame for?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548640" y="6080760"/>
            <a:ext cx="192024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SHOW ANSWER</a:t>
            </a:r>
          </a:p>
        </p:txBody>
      </p:sp>
      <p:sp>
        <p:nvSpPr>
          <p:cNvPr id="6" name="Rounded Rectangle 5">
            <a:hlinkClick r:id="rId3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32323"/>
                </a:solidFill>
              </a:defRPr>
            </a:pPr>
            <a:r>
              <a:t>ANSWER • Career • 800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32323"/>
                </a:solidFill>
              </a:defRPr>
            </a:pPr>
            <a:r>
              <a:t>To help people and talk about important problems.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ACHIEVEMENTS • 100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Who discovered gravity?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548640" y="6080760"/>
            <a:ext cx="192024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SHOW ANSWER</a:t>
            </a:r>
          </a:p>
        </p:txBody>
      </p:sp>
      <p:sp>
        <p:nvSpPr>
          <p:cNvPr id="6" name="Rounded Rectangle 5">
            <a:hlinkClick r:id="rId3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32323"/>
                </a:solidFill>
              </a:defRPr>
            </a:pPr>
            <a:r>
              <a:t>ANSWER • Achievements • 100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32323"/>
                </a:solidFill>
              </a:defRPr>
            </a:pPr>
            <a:r>
              <a:t>Isaac Newton.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ACHIEVEMENTS • 200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Who wrote and recorded the song Imagine?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548640" y="6080760"/>
            <a:ext cx="192024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SHOW ANSWER</a:t>
            </a:r>
          </a:p>
        </p:txBody>
      </p:sp>
      <p:sp>
        <p:nvSpPr>
          <p:cNvPr id="6" name="Rounded Rectangle 5">
            <a:hlinkClick r:id="rId3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32323"/>
                </a:solidFill>
              </a:defRPr>
            </a:pPr>
            <a:r>
              <a:t>ANSWER • Achievements • 200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32323"/>
                </a:solidFill>
              </a:defRPr>
            </a:pPr>
            <a:r>
              <a:t>John Lennon.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ACHIEVEMENTS • 300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Who became a national hero in Britain?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548640" y="6080760"/>
            <a:ext cx="192024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SHOW ANSWER</a:t>
            </a:r>
          </a:p>
        </p:txBody>
      </p:sp>
      <p:sp>
        <p:nvSpPr>
          <p:cNvPr id="6" name="Rounded Rectangle 5">
            <a:hlinkClick r:id="rId3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32323"/>
                </a:solidFill>
              </a:defRPr>
            </a:pPr>
            <a:r>
              <a:t>ANSWER • Achievements • 300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32323"/>
                </a:solidFill>
              </a:defRPr>
            </a:pPr>
            <a:r>
              <a:t>Horatio Nelson.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ACHIEVEMENTS • 400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What did Nelson do at the Battle of the Nile?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548640" y="6080760"/>
            <a:ext cx="192024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SHOW ANSWER</a:t>
            </a:r>
          </a:p>
        </p:txBody>
      </p:sp>
      <p:sp>
        <p:nvSpPr>
          <p:cNvPr id="6" name="Rounded Rectangle 5">
            <a:hlinkClick r:id="rId3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32323"/>
                </a:solidFill>
              </a:defRPr>
            </a:pPr>
            <a:r>
              <a:t>ANSWER • Achievements • 400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32323"/>
                </a:solidFill>
              </a:defRPr>
            </a:pPr>
            <a:r>
              <a:t>He defeated a large French fleet.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ACHIEVEMENTS • 500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What did Newton prove about white light?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548640" y="6080760"/>
            <a:ext cx="192024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SHOW ANSWER</a:t>
            </a:r>
          </a:p>
        </p:txBody>
      </p:sp>
      <p:sp>
        <p:nvSpPr>
          <p:cNvPr id="6" name="Rounded Rectangle 5">
            <a:hlinkClick r:id="rId3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32323"/>
                </a:solidFill>
              </a:defRPr>
            </a:pPr>
            <a:r>
              <a:t>ANSWER • Achievements • 500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32323"/>
                </a:solidFill>
              </a:defRPr>
            </a:pPr>
            <a:r>
              <a:t>White light is a combination of all colours.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ACHIEVEMENTS • 600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What did Newton create to explain how objects move?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548640" y="6080760"/>
            <a:ext cx="192024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SHOW ANSWER</a:t>
            </a:r>
          </a:p>
        </p:txBody>
      </p:sp>
      <p:sp>
        <p:nvSpPr>
          <p:cNvPr id="6" name="Rounded Rectangle 5">
            <a:hlinkClick r:id="rId3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32323"/>
                </a:solidFill>
              </a:defRPr>
            </a:pPr>
            <a:r>
              <a:t>ANSWER • Achievements • 600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32323"/>
                </a:solidFill>
              </a:defRPr>
            </a:pPr>
            <a:r>
              <a:t>Three laws of motion.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ACHIEVEMENTS • 700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What important work did Diana do for people with serious problems?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548640" y="6080760"/>
            <a:ext cx="192024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SHOW ANSWER</a:t>
            </a:r>
          </a:p>
        </p:txBody>
      </p:sp>
      <p:sp>
        <p:nvSpPr>
          <p:cNvPr id="6" name="Rounded Rectangle 5">
            <a:hlinkClick r:id="rId3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32323"/>
                </a:solidFill>
              </a:defRPr>
            </a:pPr>
            <a:r>
              <a:t>ANSWER • Achievements • 700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32323"/>
                </a:solidFill>
              </a:defRPr>
            </a:pPr>
            <a:r>
              <a:t>She did charity work and helped people in need.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ACHIEVEMENTS • 800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What famous monument in London remembers Nelson?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548640" y="6080760"/>
            <a:ext cx="192024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SHOW ANSWER</a:t>
            </a:r>
          </a:p>
        </p:txBody>
      </p:sp>
      <p:sp>
        <p:nvSpPr>
          <p:cNvPr id="6" name="Rounded Rectangle 5">
            <a:hlinkClick r:id="rId3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32323"/>
                </a:solidFill>
              </a:defRPr>
            </a:pPr>
            <a:r>
              <a:t>ANSWER • Achievements • 800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32323"/>
                </a:solidFill>
              </a:defRPr>
            </a:pPr>
            <a:r>
              <a:t>Nelson's Column in Trafalgar Square.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CURIOUS FACTS • 100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Who lost his right arm?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548640" y="6080760"/>
            <a:ext cx="192024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SHOW ANSWER</a:t>
            </a:r>
          </a:p>
        </p:txBody>
      </p:sp>
      <p:sp>
        <p:nvSpPr>
          <p:cNvPr id="6" name="Rounded Rectangle 5">
            <a:hlinkClick r:id="rId3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32323"/>
                </a:solidFill>
              </a:defRPr>
            </a:pPr>
            <a:r>
              <a:t>ANSWER • Curious Facts • 100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32323"/>
                </a:solidFill>
              </a:defRPr>
            </a:pPr>
            <a:r>
              <a:t>Horatio Nelson.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CURIOUS FACTS • 200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Who wore a big orange wig?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548640" y="6080760"/>
            <a:ext cx="192024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SHOW ANSWER</a:t>
            </a:r>
          </a:p>
        </p:txBody>
      </p:sp>
      <p:sp>
        <p:nvSpPr>
          <p:cNvPr id="6" name="Rounded Rectangle 5">
            <a:hlinkClick r:id="rId3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32323"/>
                </a:solidFill>
              </a:defRPr>
            </a:pPr>
            <a:r>
              <a:t>ANSWER • Curious Facts • 200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32323"/>
                </a:solidFill>
              </a:defRPr>
            </a:pPr>
            <a:r>
              <a:t>Queen Elizabeth I.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CURIOUS FACTS • 300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What happened to Newton's pigs?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548640" y="6080760"/>
            <a:ext cx="192024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SHOW ANSWER</a:t>
            </a:r>
          </a:p>
        </p:txBody>
      </p:sp>
      <p:sp>
        <p:nvSpPr>
          <p:cNvPr id="6" name="Rounded Rectangle 5">
            <a:hlinkClick r:id="rId3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32323"/>
                </a:solidFill>
              </a:defRPr>
            </a:pPr>
            <a:r>
              <a:t>ANSWER • Curious Facts • 300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32323"/>
                </a:solidFill>
              </a:defRPr>
            </a:pPr>
            <a:r>
              <a:t>They escaped and destroyed the crops.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CURIOUS FACTS • 400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What unusual thing did Newton see in a garden?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548640" y="6080760"/>
            <a:ext cx="192024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SHOW ANSWER</a:t>
            </a:r>
          </a:p>
        </p:txBody>
      </p:sp>
      <p:sp>
        <p:nvSpPr>
          <p:cNvPr id="6" name="Rounded Rectangle 5">
            <a:hlinkClick r:id="rId3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32323"/>
                </a:solidFill>
              </a:defRPr>
            </a:pPr>
            <a:r>
              <a:t>ANSWER • Curious Facts • 400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32323"/>
                </a:solidFill>
              </a:defRPr>
            </a:pPr>
            <a:r>
              <a:t>An apple falling from a tree.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CURIOUS FACTS • 500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Who said that The Beatles were more popular than Jesus?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548640" y="6080760"/>
            <a:ext cx="192024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SHOW ANSWER</a:t>
            </a:r>
          </a:p>
        </p:txBody>
      </p:sp>
      <p:sp>
        <p:nvSpPr>
          <p:cNvPr id="6" name="Rounded Rectangle 5">
            <a:hlinkClick r:id="rId3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32323"/>
                </a:solidFill>
              </a:defRPr>
            </a:pPr>
            <a:r>
              <a:t>ANSWER • Curious Facts • 500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32323"/>
                </a:solidFill>
              </a:defRPr>
            </a:pPr>
            <a:r>
              <a:t>John Lennon.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CURIOUS FACTS • 600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What was special about Sean Lennon's birthday?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548640" y="6080760"/>
            <a:ext cx="192024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SHOW ANSWER</a:t>
            </a:r>
          </a:p>
        </p:txBody>
      </p:sp>
      <p:sp>
        <p:nvSpPr>
          <p:cNvPr id="6" name="Rounded Rectangle 5">
            <a:hlinkClick r:id="rId3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32323"/>
                </a:solidFill>
              </a:defRPr>
            </a:pPr>
            <a:r>
              <a:t>ANSWER • Curious Facts • 600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32323"/>
                </a:solidFill>
              </a:defRPr>
            </a:pPr>
            <a:r>
              <a:t>He was born on John's birthday.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CURIOUS FACTS • 700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Why did Queen Elizabeth wear thick white make-up?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548640" y="6080760"/>
            <a:ext cx="192024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SHOW ANSWER</a:t>
            </a:r>
          </a:p>
        </p:txBody>
      </p:sp>
      <p:sp>
        <p:nvSpPr>
          <p:cNvPr id="6" name="Rounded Rectangle 5">
            <a:hlinkClick r:id="rId3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32323"/>
                </a:solidFill>
              </a:defRPr>
            </a:pPr>
            <a:r>
              <a:t>ANSWER • Curious Facts • 700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32323"/>
                </a:solidFill>
              </a:defRPr>
            </a:pPr>
            <a:r>
              <a:t>To hide marks from smallpox.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CURIOUS FACTS • 800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What did Newton keep on the roof of his house?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548640" y="6080760"/>
            <a:ext cx="192024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SHOW ANSWER</a:t>
            </a:r>
          </a:p>
        </p:txBody>
      </p:sp>
      <p:sp>
        <p:nvSpPr>
          <p:cNvPr id="6" name="Rounded Rectangle 5">
            <a:hlinkClick r:id="rId3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32323"/>
                </a:solidFill>
              </a:defRPr>
            </a:pPr>
            <a:r>
              <a:t>ANSWER • Curious Facts • 800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32323"/>
                </a:solidFill>
              </a:defRPr>
            </a:pPr>
            <a:r>
              <a:t>A telescope.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WILD CARD • 100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Which person was a queen?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548640" y="6080760"/>
            <a:ext cx="192024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SHOW ANSWER</a:t>
            </a:r>
          </a:p>
        </p:txBody>
      </p:sp>
      <p:sp>
        <p:nvSpPr>
          <p:cNvPr id="6" name="Rounded Rectangle 5">
            <a:hlinkClick r:id="rId3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32323"/>
                </a:solidFill>
              </a:defRPr>
            </a:pPr>
            <a:r>
              <a:t>ANSWER • Wild Card • 100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32323"/>
                </a:solidFill>
              </a:defRPr>
            </a:pPr>
            <a:r>
              <a:t>Elizabeth I.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WILD CARD • 200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Who was killed in a car accident?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548640" y="6080760"/>
            <a:ext cx="192024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SHOW ANSWER</a:t>
            </a:r>
          </a:p>
        </p:txBody>
      </p:sp>
      <p:sp>
        <p:nvSpPr>
          <p:cNvPr id="6" name="Rounded Rectangle 5">
            <a:hlinkClick r:id="rId3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32323"/>
                </a:solidFill>
              </a:defRPr>
            </a:pPr>
            <a:r>
              <a:t>ANSWER • Wild Card • 200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32323"/>
                </a:solidFill>
              </a:defRPr>
            </a:pPr>
            <a:r>
              <a:t>Diana Spencer.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WILD CARD • 300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Who died on a ship?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548640" y="6080760"/>
            <a:ext cx="192024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SHOW ANSWER</a:t>
            </a:r>
          </a:p>
        </p:txBody>
      </p:sp>
      <p:sp>
        <p:nvSpPr>
          <p:cNvPr id="6" name="Rounded Rectangle 5">
            <a:hlinkClick r:id="rId3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32323"/>
                </a:solidFill>
              </a:defRPr>
            </a:pPr>
            <a:r>
              <a:t>ANSWER • Wild Card • 300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32323"/>
                </a:solidFill>
              </a:defRPr>
            </a:pPr>
            <a:r>
              <a:t>Horatio Nelson.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WILD CARD • 400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Who became famous for helping people through charity work?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548640" y="6080760"/>
            <a:ext cx="192024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SHOW ANSWER</a:t>
            </a:r>
          </a:p>
        </p:txBody>
      </p:sp>
      <p:sp>
        <p:nvSpPr>
          <p:cNvPr id="6" name="Rounded Rectangle 5">
            <a:hlinkClick r:id="rId3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32323"/>
                </a:solidFill>
              </a:defRPr>
            </a:pPr>
            <a:r>
              <a:t>ANSWER • Wild Card • 400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32323"/>
                </a:solidFill>
              </a:defRPr>
            </a:pPr>
            <a:r>
              <a:t>Diana Spencer.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WILD CARD • 500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Who fought against war?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548640" y="6080760"/>
            <a:ext cx="192024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SHOW ANSWER</a:t>
            </a:r>
          </a:p>
        </p:txBody>
      </p:sp>
      <p:sp>
        <p:nvSpPr>
          <p:cNvPr id="6" name="Rounded Rectangle 5">
            <a:hlinkClick r:id="rId3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32323"/>
                </a:solidFill>
              </a:defRPr>
            </a:pPr>
            <a:r>
              <a:t>ANSWER • Wild Card • 500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32323"/>
                </a:solidFill>
              </a:defRPr>
            </a:pPr>
            <a:r>
              <a:t>John Lennon.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WILD CARD • 600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Put these in order from oldest to youngest: Diana, Newton, Lennon, Nelson, Elizabeth.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548640" y="6080760"/>
            <a:ext cx="192024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SHOW ANSWER</a:t>
            </a:r>
          </a:p>
        </p:txBody>
      </p:sp>
      <p:sp>
        <p:nvSpPr>
          <p:cNvPr id="6" name="Rounded Rectangle 5">
            <a:hlinkClick r:id="rId3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32323"/>
                </a:solidFill>
              </a:defRPr>
            </a:pPr>
            <a:r>
              <a:t>ANSWER • Wild Card • 600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32323"/>
                </a:solidFill>
              </a:defRPr>
            </a:pPr>
            <a:r>
              <a:t>Elizabeth I → Newton → Nelson → Lennon → Diana.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WILD CARD • 700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Which person was born on the same day as his son?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548640" y="6080760"/>
            <a:ext cx="192024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SHOW ANSWER</a:t>
            </a:r>
          </a:p>
        </p:txBody>
      </p:sp>
      <p:sp>
        <p:nvSpPr>
          <p:cNvPr id="6" name="Rounded Rectangle 5">
            <a:hlinkClick r:id="rId3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32323"/>
                </a:solidFill>
              </a:defRPr>
            </a:pPr>
            <a:r>
              <a:t>ANSWER • Wild Card • 700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32323"/>
                </a:solidFill>
              </a:defRPr>
            </a:pPr>
            <a:r>
              <a:t>John Lennon.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WILD CARD • 800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Which person continued his career after losing an eye and an arm?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548640" y="6080760"/>
            <a:ext cx="192024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SHOW ANSWER</a:t>
            </a:r>
          </a:p>
        </p:txBody>
      </p:sp>
      <p:sp>
        <p:nvSpPr>
          <p:cNvPr id="6" name="Rounded Rectangle 5">
            <a:hlinkClick r:id="rId3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32323"/>
                </a:solidFill>
              </a:defRPr>
            </a:pPr>
            <a:r>
              <a:t>ANSWER • Wild Card • 800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32323"/>
                </a:solidFill>
              </a:defRPr>
            </a:pPr>
            <a:r>
              <a:t>Horatio Nelson.</a:t>
            </a:r>
          </a:p>
        </p:txBody>
      </p:sp>
      <p:sp>
        <p:nvSpPr>
          <p:cNvPr id="5" name="Rounded Rectangle 4">
            <a:hlinkClick r:id="rId2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E6B446"/>
                </a:solidFill>
              </a:defRPr>
            </a:pPr>
            <a:r>
              <a:t>FINAL JEOPARDY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Which person showed the most courage?</a:t>
            </a:r>
            <a:br/>
            <a:r>
              <a:t>Give one reason from the text.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</a:defRPr>
            </a:pPr>
            <a:r>
              <a:t>No single correct answer!</a:t>
            </a:r>
          </a:p>
        </p:txBody>
      </p:sp>
      <p:sp>
        <p:nvSpPr>
          <p:cNvPr id="6" name="Rounded Rectangle 5">
            <a:hlinkClick r:id="rId2" action="ppaction://hlinksldjump"/>
          </p:cNvPr>
          <p:cNvSpPr/>
          <p:nvPr/>
        </p:nvSpPr>
        <p:spPr>
          <a:xfrm>
            <a:off x="7863840" y="6080760"/>
            <a:ext cx="2103120" cy="438912"/>
          </a:xfrm>
          <a:prstGeom prst="roundRect">
            <a:avLst/>
          </a:prstGeom>
          <a:solidFill>
            <a:srgbClr val="1F2D3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← BACK TO BOARD</a:t>
            </a:r>
          </a:p>
        </p:txBody>
      </p:sp>
    </p:spTree>
  </p:cSld>
  <p:clrMapOvr>
    <a:masterClrMapping/>
  </p:clrMapOvr>
  <p:transition advClick="0"/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32323"/>
                </a:solidFill>
              </a:defRPr>
            </a:pPr>
            <a:r>
              <a:t>TEACHER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32323"/>
                </a:solidFill>
              </a:defRPr>
            </a:pPr>
            <a:r>
              <a:t>• Students choose a category and points.</a:t>
            </a:r>
            <a:br/>
            <a:r>
              <a:t>• 100–500: answer without the texts.</a:t>
            </a:r>
            <a:br/>
            <a:r>
              <a:t>• 600–800: allow students to check the texts.</a:t>
            </a:r>
            <a:br/>
            <a:r>
              <a:t>• Give 30 seconds for harder questions.</a:t>
            </a:r>
            <a:br/>
            <a:r>
              <a:t>• Final Jeopardy: students must explain their choice.</a:t>
            </a:r>
            <a:br/>
            <a:r>
              <a:t>• Award 100–800 points for correct answers.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1545</Words>
  <Application>Microsoft Macintosh PowerPoint</Application>
  <PresentationFormat>Широкоэкранный</PresentationFormat>
  <Paragraphs>333</Paragraphs>
  <Slides>84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84</vt:i4>
      </vt:variant>
    </vt:vector>
  </HeadingPairs>
  <TitlesOfParts>
    <vt:vector size="87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Miss V</cp:lastModifiedBy>
  <cp:revision>2</cp:revision>
  <dcterms:created xsi:type="dcterms:W3CDTF">2013-01-27T09:14:16Z</dcterms:created>
  <dcterms:modified xsi:type="dcterms:W3CDTF">2026-09-09T12:01:16Z</dcterms:modified>
  <cp:category/>
</cp:coreProperties>
</file>